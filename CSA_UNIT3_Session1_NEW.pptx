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4"/>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sldSz cx="12801600" cy="64008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40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4602" autoAdjust="0"/>
  </p:normalViewPr>
  <p:slideViewPr>
    <p:cSldViewPr showGuides="1">
      <p:cViewPr varScale="1">
        <p:scale>
          <a:sx n="70" d="100"/>
          <a:sy n="70" d="100"/>
        </p:scale>
        <p:origin x="-348" y="-60"/>
      </p:cViewPr>
      <p:guideLst>
        <p:guide orient="horz" pos="2016"/>
        <p:guide pos="4032"/>
      </p:guideLst>
    </p:cSldViewPr>
  </p:slideViewPr>
  <p:outlineViewPr>
    <p:cViewPr>
      <p:scale>
        <a:sx n="33" d="100"/>
        <a:sy n="33" d="100"/>
      </p:scale>
      <p:origin x="0" y="27660"/>
    </p:cViewPr>
  </p:outlineViewPr>
  <p:notesTextViewPr>
    <p:cViewPr>
      <p:scale>
        <a:sx n="1" d="1"/>
        <a:sy n="1" d="1"/>
      </p:scale>
      <p:origin x="0" y="0"/>
    </p:cViewPr>
  </p:notesTextViewPr>
  <p:notesViewPr>
    <p:cSldViewPr>
      <p:cViewPr varScale="1">
        <p:scale>
          <a:sx n="52" d="100"/>
          <a:sy n="52" d="100"/>
        </p:scale>
        <p:origin x="-2664" y="-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4806B-6C69-44F5-A0B5-00896F9CC841}" type="datetimeFigureOut">
              <a:rPr lang="zh-CN" altLang="en-US" smtClean="0"/>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ED45E02-A950-4239-9FA7-D3B93049BEA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90ED2B-34DC-4645-8A7F-6D1F0FC0483F}"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zh-CN"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DF59B-BB8D-462E-BB6A-1FA2D8C88CC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70DF59B-BB8D-462E-BB6A-1FA2D8C88CC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70DF59B-BB8D-462E-BB6A-1FA2D8C88CC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849120"/>
            <a:ext cx="10881360" cy="1751334"/>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chemeClr val="tx1">
                    <a:lumMod val="95000"/>
                    <a:lumOff val="5000"/>
                  </a:schemeClr>
                </a:solidFill>
                <a:effectLst>
                  <a:outerShdw blurRad="31750" dir="3600000" algn="tl" rotWithShape="0">
                    <a:srgbClr val="000000">
                      <a:alpha val="60000"/>
                    </a:srgbClr>
                  </a:outerShdw>
                </a:effectLst>
              </a:defRPr>
            </a:lvl1pPr>
          </a:lstStyle>
          <a:p>
            <a:r>
              <a:rPr kumimoji="0" lang="en-US" altLang="zh-CN" dirty="0" smtClean="0"/>
              <a:t>Click to edit Master title style</a:t>
            </a:r>
            <a:endParaRPr kumimoji="0" lang="en-US" dirty="0"/>
          </a:p>
        </p:txBody>
      </p:sp>
      <p:sp>
        <p:nvSpPr>
          <p:cNvPr id="3" name="Subtitle 2"/>
          <p:cNvSpPr>
            <a:spLocks noGrp="1"/>
          </p:cNvSpPr>
          <p:nvPr>
            <p:ph type="subTitle" idx="1"/>
          </p:nvPr>
        </p:nvSpPr>
        <p:spPr>
          <a:xfrm>
            <a:off x="1920240" y="3600454"/>
            <a:ext cx="8961120" cy="1636320"/>
          </a:xfrm>
        </p:spPr>
        <p:txBody>
          <a:bodyPr/>
          <a:lstStyle>
            <a:lvl1pPr marL="0" indent="0" algn="ctr">
              <a:buNone/>
              <a:defRPr sz="2400">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ltLang="zh-CN" dirty="0" smtClean="0"/>
              <a:t>Click to edit Master subtitle style</a:t>
            </a:r>
            <a:endParaRPr kumimoji="0" lang="en-US" dirty="0"/>
          </a:p>
        </p:txBody>
      </p:sp>
      <p:sp>
        <p:nvSpPr>
          <p:cNvPr id="4" name="Date Placeholder 3"/>
          <p:cNvSpPr>
            <a:spLocks noGrp="1"/>
          </p:cNvSpPr>
          <p:nvPr>
            <p:ph type="dt" sz="half" idx="10"/>
          </p:nvPr>
        </p:nvSpPr>
        <p:spPr/>
        <p:txBody>
          <a:bodyPr/>
          <a:lstStyle/>
          <a:p>
            <a:fld id="{D310B42E-195B-47C7-9BE8-58D3AEB3A908}"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solidFill>
                  <a:schemeClr val="bg1"/>
                </a:solidFill>
              </a:defRPr>
            </a:lvl1pPr>
          </a:lstStyle>
          <a:p>
            <a:r>
              <a:rPr lang="en-US" altLang="zh-CN" dirty="0" smtClean="0"/>
              <a:t>Akash S. </a:t>
            </a:r>
            <a:r>
              <a:rPr lang="en-US" altLang="zh-CN" dirty="0" err="1" smtClean="0"/>
              <a:t>Pathak</a:t>
            </a:r>
            <a:endParaRPr lang="zh-CN" altLang="en-US" dirty="0"/>
          </a:p>
        </p:txBody>
      </p:sp>
      <p:sp>
        <p:nvSpPr>
          <p:cNvPr id="6" name="Slide Number Placeholder 5"/>
          <p:cNvSpPr>
            <a:spLocks noGrp="1"/>
          </p:cNvSpPr>
          <p:nvPr>
            <p:ph type="sldNum" sz="quarter" idx="12"/>
          </p:nvPr>
        </p:nvSpPr>
        <p:spPr>
          <a:xfrm>
            <a:off x="9814560" y="0"/>
            <a:ext cx="2987040" cy="340783"/>
          </a:xfrm>
        </p:spPr>
        <p:txBody>
          <a:bodyPr/>
          <a:lstStyle>
            <a:lvl1pPr>
              <a:defRPr sz="1800" b="1">
                <a:solidFill>
                  <a:schemeClr val="tx1">
                    <a:lumMod val="95000"/>
                    <a:lumOff val="5000"/>
                  </a:schemeClr>
                </a:solidFill>
              </a:defRPr>
            </a:lvl1pPr>
          </a:lstStyle>
          <a:p>
            <a:r>
              <a:rPr lang="en-US" altLang="zh-CN" dirty="0" smtClean="0"/>
              <a:t>H14Z</a:t>
            </a:r>
            <a:fld id="{5D617C44-B3AA-4DFF-AD16-AF5172FF7244}"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fld id="{58199F13-3974-44AC-A39B-7EDE68229D4F}" type="datetime1">
              <a:rPr lang="zh-CN" altLang="en-US" smtClean="0"/>
            </a:fld>
            <a:endParaRPr lang="zh-CN" altLang="en-US"/>
          </a:p>
        </p:txBody>
      </p:sp>
      <p:sp>
        <p:nvSpPr>
          <p:cNvPr id="5" name="Footer Placeholder 4"/>
          <p:cNvSpPr>
            <a:spLocks noGrp="1"/>
          </p:cNvSpPr>
          <p:nvPr>
            <p:ph type="ftr" sz="quarter" idx="11"/>
          </p:nvPr>
        </p:nvSpPr>
        <p:spPr/>
        <p:txBody>
          <a:bodyPr/>
          <a:lstStyle>
            <a:lvl1pPr>
              <a:defRPr>
                <a:solidFill>
                  <a:schemeClr val="bg1"/>
                </a:solidFill>
              </a:defRPr>
            </a:lvl1pPr>
          </a:lstStyle>
          <a:p>
            <a:r>
              <a:rPr lang="en-US" altLang="zh-CN" dirty="0" smtClean="0"/>
              <a:t>Akash S. </a:t>
            </a:r>
            <a:r>
              <a:rPr lang="en-US" altLang="zh-CN" dirty="0" err="1" smtClean="0"/>
              <a:t>Pathak</a:t>
            </a:r>
            <a:endParaRPr lang="zh-CN" altLang="en-US" dirty="0"/>
          </a:p>
        </p:txBody>
      </p:sp>
      <p:sp>
        <p:nvSpPr>
          <p:cNvPr id="6" name="Slide Number Placeholder 5"/>
          <p:cNvSpPr>
            <a:spLocks noGrp="1"/>
          </p:cNvSpPr>
          <p:nvPr>
            <p:ph type="sldNum" sz="quarter" idx="12"/>
          </p:nvPr>
        </p:nvSpPr>
        <p:spPr>
          <a:xfrm>
            <a:off x="9814560" y="1"/>
            <a:ext cx="2987040" cy="304800"/>
          </a:xfrm>
        </p:spPr>
        <p:txBody>
          <a:bodyPr/>
          <a:lstStyle>
            <a:lvl1pPr>
              <a:defRPr sz="1800">
                <a:solidFill>
                  <a:schemeClr val="bg1"/>
                </a:solidFill>
              </a:defRPr>
            </a:lvl1pPr>
          </a:lstStyle>
          <a:p>
            <a:r>
              <a:rPr lang="en-US" altLang="zh-CN" dirty="0" smtClean="0"/>
              <a:t>H14Z </a:t>
            </a:r>
            <a:fld id="{5D617C44-B3AA-4DFF-AD16-AF5172FF7244}"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120" y="3597209"/>
            <a:ext cx="10881360" cy="1736794"/>
          </a:xfrm>
        </p:spPr>
        <p:txBody>
          <a:bodyPr anchor="t"/>
          <a:lstStyle>
            <a:lvl1pPr algn="l">
              <a:defRPr sz="4400" b="1" cap="all"/>
            </a:lvl1p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960120" y="2199334"/>
            <a:ext cx="10881360" cy="140112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fld id="{38B915B0-2DB9-4967-9744-AEAF73DEEBF8}"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en-US" altLang="zh-CN" smtClean="0"/>
              <a:t>Akash S. Pathak</a:t>
            </a:r>
            <a:endParaRPr lang="zh-CN" altLang="en-US"/>
          </a:p>
        </p:txBody>
      </p:sp>
      <p:sp>
        <p:nvSpPr>
          <p:cNvPr id="6" name="Slide Number Placeholder 5"/>
          <p:cNvSpPr>
            <a:spLocks noGrp="1"/>
          </p:cNvSpPr>
          <p:nvPr>
            <p:ph type="sldNum" sz="quarter" idx="12"/>
          </p:nvPr>
        </p:nvSpPr>
        <p:spPr>
          <a:xfrm>
            <a:off x="9814560" y="0"/>
            <a:ext cx="2987040" cy="340783"/>
          </a:xfrm>
        </p:spPr>
        <p:txBody>
          <a:bodyPr/>
          <a:lstStyle/>
          <a:p>
            <a:fld id="{5D617C44-B3AA-4DFF-AD16-AF5172FF7244}"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Content Placeholder 2"/>
          <p:cNvSpPr>
            <a:spLocks noGrp="1"/>
          </p:cNvSpPr>
          <p:nvPr>
            <p:ph sz="half" idx="1"/>
          </p:nvPr>
        </p:nvSpPr>
        <p:spPr>
          <a:xfrm>
            <a:off x="640080" y="1493524"/>
            <a:ext cx="5654040" cy="422423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Content Placeholder 3"/>
          <p:cNvSpPr>
            <a:spLocks noGrp="1"/>
          </p:cNvSpPr>
          <p:nvPr>
            <p:ph sz="half" idx="2"/>
          </p:nvPr>
        </p:nvSpPr>
        <p:spPr>
          <a:xfrm>
            <a:off x="6507480" y="1493524"/>
            <a:ext cx="5654040" cy="422423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p:txBody>
          <a:bodyPr/>
          <a:lstStyle/>
          <a:p>
            <a:fld id="{D244BBCE-E569-4B8B-BD3B-68FF18CADE4B}"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en-US" altLang="zh-CN" smtClean="0"/>
              <a:t>Akash S. Pathak</a:t>
            </a:r>
            <a:endParaRPr lang="zh-CN" altLang="en-US"/>
          </a:p>
        </p:txBody>
      </p:sp>
      <p:sp>
        <p:nvSpPr>
          <p:cNvPr id="7" name="Slide Number Placeholder 6"/>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0080" y="1432773"/>
            <a:ext cx="5656264" cy="5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ltLang="zh-CN" smtClean="0"/>
              <a:t>Click to edit Master text styles</a:t>
            </a:r>
            <a:endParaRPr kumimoji="0" lang="en-US" altLang="zh-CN" smtClean="0"/>
          </a:p>
        </p:txBody>
      </p:sp>
      <p:sp>
        <p:nvSpPr>
          <p:cNvPr id="4" name="Content Placeholder 3"/>
          <p:cNvSpPr>
            <a:spLocks noGrp="1"/>
          </p:cNvSpPr>
          <p:nvPr>
            <p:ph sz="half" idx="2"/>
          </p:nvPr>
        </p:nvSpPr>
        <p:spPr>
          <a:xfrm>
            <a:off x="640080" y="2029884"/>
            <a:ext cx="5656264" cy="36878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Text Placeholder 4"/>
          <p:cNvSpPr>
            <a:spLocks noGrp="1"/>
          </p:cNvSpPr>
          <p:nvPr>
            <p:ph type="body" sz="quarter" idx="3"/>
          </p:nvPr>
        </p:nvSpPr>
        <p:spPr>
          <a:xfrm>
            <a:off x="6503039" y="1432773"/>
            <a:ext cx="5658486" cy="5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ltLang="zh-CN" smtClean="0"/>
              <a:t>Click to edit Master text styles</a:t>
            </a:r>
            <a:endParaRPr kumimoji="0" lang="en-US" altLang="zh-CN" smtClean="0"/>
          </a:p>
        </p:txBody>
      </p:sp>
      <p:sp>
        <p:nvSpPr>
          <p:cNvPr id="6" name="Content Placeholder 5"/>
          <p:cNvSpPr>
            <a:spLocks noGrp="1"/>
          </p:cNvSpPr>
          <p:nvPr>
            <p:ph sz="quarter" idx="4"/>
          </p:nvPr>
        </p:nvSpPr>
        <p:spPr>
          <a:xfrm>
            <a:off x="6503039" y="2029884"/>
            <a:ext cx="5658486" cy="36878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7" name="Date Placeholder 6"/>
          <p:cNvSpPr>
            <a:spLocks noGrp="1"/>
          </p:cNvSpPr>
          <p:nvPr>
            <p:ph type="dt" sz="half" idx="10"/>
          </p:nvPr>
        </p:nvSpPr>
        <p:spPr/>
        <p:txBody>
          <a:bodyPr/>
          <a:lstStyle/>
          <a:p>
            <a:fld id="{7E13173B-DB4E-4EC8-ACB3-28A98CC754C5}" type="datetime1">
              <a:rPr lang="zh-CN" altLang="en-US" smtClean="0"/>
            </a:fld>
            <a:endParaRPr lang="zh-CN" altLang="en-US"/>
          </a:p>
        </p:txBody>
      </p:sp>
      <p:sp>
        <p:nvSpPr>
          <p:cNvPr id="8" name="Footer Placeholder 7"/>
          <p:cNvSpPr>
            <a:spLocks noGrp="1"/>
          </p:cNvSpPr>
          <p:nvPr>
            <p:ph type="ftr" sz="quarter" idx="11"/>
          </p:nvPr>
        </p:nvSpPr>
        <p:spPr/>
        <p:txBody>
          <a:bodyPr/>
          <a:lstStyle/>
          <a:p>
            <a:r>
              <a:rPr lang="en-US" altLang="zh-CN" smtClean="0"/>
              <a:t>Akash S. Pathak</a:t>
            </a:r>
            <a:endParaRPr lang="zh-CN" altLang="en-US"/>
          </a:p>
        </p:txBody>
      </p:sp>
      <p:sp>
        <p:nvSpPr>
          <p:cNvPr id="9" name="Slide Number Placeholder 8"/>
          <p:cNvSpPr>
            <a:spLocks noGrp="1"/>
          </p:cNvSpPr>
          <p:nvPr>
            <p:ph type="sldNum" sz="quarter" idx="12"/>
          </p:nvPr>
        </p:nvSpPr>
        <p:spPr/>
        <p:txBody>
          <a:bodyPr/>
          <a:lstStyle/>
          <a:p>
            <a:fld id="{5D617C44-B3AA-4DFF-AD16-AF5172FF7244}" type="slidenum">
              <a:rPr lang="zh-CN" altLang="en-US" smtClean="0"/>
            </a:fld>
            <a:endParaRPr lang="zh-CN" altLang="en-US"/>
          </a:p>
        </p:txBody>
      </p:sp>
      <p:sp>
        <p:nvSpPr>
          <p:cNvPr id="2" name="Title 1"/>
          <p:cNvSpPr>
            <a:spLocks noGrp="1"/>
          </p:cNvSpPr>
          <p:nvPr>
            <p:ph type="title"/>
          </p:nvPr>
        </p:nvSpPr>
        <p:spPr/>
        <p:txBody>
          <a:bodyPr/>
          <a:lstStyle>
            <a:lvl1pPr>
              <a:defRPr/>
            </a:lvl1pPr>
          </a:lstStyle>
          <a:p>
            <a:r>
              <a:rPr kumimoji="0" lang="en-US" altLang="zh-CN" smtClean="0"/>
              <a:t>Click to edit Master title style</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Date Placeholder 2"/>
          <p:cNvSpPr>
            <a:spLocks noGrp="1"/>
          </p:cNvSpPr>
          <p:nvPr>
            <p:ph type="dt" sz="half" idx="10"/>
          </p:nvPr>
        </p:nvSpPr>
        <p:spPr/>
        <p:txBody>
          <a:bodyPr/>
          <a:lstStyle/>
          <a:p>
            <a:fld id="{745DF100-1CB6-4FC0-8A0C-2C98B282916F}"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en-US" altLang="zh-CN" smtClean="0"/>
              <a:t>Akash S. Pathak</a:t>
            </a:r>
            <a:endParaRPr lang="zh-CN" altLang="en-US"/>
          </a:p>
        </p:txBody>
      </p:sp>
      <p:sp>
        <p:nvSpPr>
          <p:cNvPr id="5" name="Slide Number Placeholder 4"/>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F6B1D0-DB12-4C86-A2B6-B1B99BBCEB28}" type="datetime1">
              <a:rPr lang="zh-CN" altLang="en-US" smtClean="0"/>
            </a:fld>
            <a:endParaRPr lang="zh-CN" altLang="en-US"/>
          </a:p>
        </p:txBody>
      </p:sp>
      <p:sp>
        <p:nvSpPr>
          <p:cNvPr id="3" name="Footer Placeholder 2"/>
          <p:cNvSpPr>
            <a:spLocks noGrp="1"/>
          </p:cNvSpPr>
          <p:nvPr>
            <p:ph type="ftr" sz="quarter" idx="11"/>
          </p:nvPr>
        </p:nvSpPr>
        <p:spPr/>
        <p:txBody>
          <a:bodyPr/>
          <a:lstStyle/>
          <a:p>
            <a:r>
              <a:rPr lang="en-US" altLang="zh-CN" smtClean="0"/>
              <a:t>Akash S. Pathak</a:t>
            </a:r>
            <a:endParaRPr lang="zh-CN" altLang="en-US"/>
          </a:p>
        </p:txBody>
      </p:sp>
      <p:sp>
        <p:nvSpPr>
          <p:cNvPr id="4" name="Slide Number Placeholder 3"/>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762" y="355603"/>
            <a:ext cx="3733800" cy="1711317"/>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en-US" altLang="zh-CN" smtClean="0"/>
              <a:t>Click to edit Master title style</a:t>
            </a:r>
            <a:endParaRPr kumimoji="0" lang="en-US"/>
          </a:p>
        </p:txBody>
      </p:sp>
      <p:sp>
        <p:nvSpPr>
          <p:cNvPr id="3" name="Content Placeholder 2"/>
          <p:cNvSpPr>
            <a:spLocks noGrp="1"/>
          </p:cNvSpPr>
          <p:nvPr>
            <p:ph idx="1"/>
          </p:nvPr>
        </p:nvSpPr>
        <p:spPr>
          <a:xfrm>
            <a:off x="4693920" y="355603"/>
            <a:ext cx="7574280" cy="53621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Text Placeholder 3"/>
          <p:cNvSpPr>
            <a:spLocks noGrp="1"/>
          </p:cNvSpPr>
          <p:nvPr>
            <p:ph type="body" sz="half" idx="2"/>
          </p:nvPr>
        </p:nvSpPr>
        <p:spPr>
          <a:xfrm>
            <a:off x="456762" y="2066918"/>
            <a:ext cx="3733800" cy="365137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p:txBody>
          <a:bodyPr/>
          <a:lstStyle/>
          <a:p>
            <a:fld id="{C37B0F76-376B-441D-A1AC-FAAD4DD227FC}"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en-US" altLang="zh-CN" smtClean="0"/>
              <a:t>Akash S. Pathak</a:t>
            </a:r>
            <a:endParaRPr lang="zh-CN" altLang="en-US"/>
          </a:p>
        </p:txBody>
      </p:sp>
      <p:sp>
        <p:nvSpPr>
          <p:cNvPr id="7" name="Slide Number Placeholder 6"/>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2212665" y="516822"/>
            <a:ext cx="10288942" cy="4425429"/>
            <a:chOff x="428596" y="553734"/>
            <a:chExt cx="7349244" cy="4741531"/>
          </a:xfrm>
        </p:grpSpPr>
        <p:sp>
          <p:nvSpPr>
            <p:cNvPr id="16" name="Rectangle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Rectangle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Rectangle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Picture Placeholder 2"/>
          <p:cNvSpPr>
            <a:spLocks noGrp="1"/>
          </p:cNvSpPr>
          <p:nvPr>
            <p:ph type="pic" idx="1"/>
          </p:nvPr>
        </p:nvSpPr>
        <p:spPr>
          <a:xfrm>
            <a:off x="2312677" y="571925"/>
            <a:ext cx="10101334" cy="4295364"/>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ltLang="zh-CN" smtClean="0"/>
              <a:t>Click icon to add picture</a:t>
            </a:r>
            <a:endParaRPr kumimoji="0" lang="en-US"/>
          </a:p>
        </p:txBody>
      </p:sp>
      <p:sp useBgFill="1">
        <p:nvSpPr>
          <p:cNvPr id="2" name="Title 1"/>
          <p:cNvSpPr>
            <a:spLocks noGrp="1"/>
          </p:cNvSpPr>
          <p:nvPr>
            <p:ph type="title"/>
          </p:nvPr>
        </p:nvSpPr>
        <p:spPr>
          <a:xfrm>
            <a:off x="1" y="555610"/>
            <a:ext cx="1900206" cy="5311812"/>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en-US" altLang="zh-CN" smtClean="0"/>
              <a:t>Click to edit Master title style</a:t>
            </a:r>
            <a:endParaRPr kumimoji="0" lang="en-US"/>
          </a:p>
        </p:txBody>
      </p:sp>
      <p:sp>
        <p:nvSpPr>
          <p:cNvPr id="4" name="Text Placeholder 3"/>
          <p:cNvSpPr>
            <a:spLocks noGrp="1"/>
          </p:cNvSpPr>
          <p:nvPr>
            <p:ph type="body" sz="half" idx="2"/>
          </p:nvPr>
        </p:nvSpPr>
        <p:spPr>
          <a:xfrm>
            <a:off x="2400273" y="5116217"/>
            <a:ext cx="10101334" cy="751205"/>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p:txBody>
          <a:bodyPr/>
          <a:lstStyle/>
          <a:p>
            <a:fld id="{5CACFCBD-BF76-4BA9-A7C9-74B20721CB65}"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en-US" altLang="zh-CN" smtClean="0"/>
              <a:t>Akash S. Pathak</a:t>
            </a:r>
            <a:endParaRPr lang="zh-CN" altLang="en-US"/>
          </a:p>
        </p:txBody>
      </p:sp>
      <p:sp>
        <p:nvSpPr>
          <p:cNvPr id="7" name="Slide Number Placeholder 6"/>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fld id="{C0953460-BC43-4E5D-A0AC-FB61A3D4B379}"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en-US" altLang="zh-CN" smtClean="0"/>
              <a:t>Akash S. Pathak</a:t>
            </a:r>
            <a:endParaRPr lang="zh-CN" altLang="en-US"/>
          </a:p>
        </p:txBody>
      </p:sp>
      <p:sp>
        <p:nvSpPr>
          <p:cNvPr id="6" name="Slide Number Placeholder 5"/>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01305" y="256331"/>
            <a:ext cx="1960218" cy="5461424"/>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a:xfrm>
            <a:off x="640083" y="256331"/>
            <a:ext cx="9561222" cy="5461424"/>
          </a:xfrm>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fld id="{1342C44B-850B-4B42-A13A-A08A9D6C7D67}"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en-US" altLang="zh-CN" smtClean="0"/>
              <a:t>Akash S. Pathak</a:t>
            </a:r>
            <a:endParaRPr lang="zh-CN" altLang="en-US"/>
          </a:p>
        </p:txBody>
      </p:sp>
      <p:sp>
        <p:nvSpPr>
          <p:cNvPr id="6" name="Slide Number Placeholder 5"/>
          <p:cNvSpPr>
            <a:spLocks noGrp="1"/>
          </p:cNvSpPr>
          <p:nvPr>
            <p:ph type="sldNum" sz="quarter" idx="12"/>
          </p:nvPr>
        </p:nvSpPr>
        <p:spPr/>
        <p:txBody>
          <a:bodyPr/>
          <a:lstStyle/>
          <a:p>
            <a:fld id="{5D617C44-B3AA-4DFF-AD16-AF5172FF7244}"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56330"/>
            <a:ext cx="11521440" cy="1066800"/>
          </a:xfrm>
          <a:prstGeom prst="rect">
            <a:avLst/>
          </a:prstGeom>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640080" y="1493520"/>
            <a:ext cx="11521440" cy="4409440"/>
          </a:xfrm>
          <a:prstGeom prst="rect">
            <a:avLst/>
          </a:prstGeom>
        </p:spPr>
        <p:txBody>
          <a:bodyPr vert="horz" lIns="91432" tIns="45716" rIns="91432" bIns="45716" rtlCol="0">
            <a:normAutofit/>
          </a:bodyPr>
          <a:lstStyle/>
          <a:p>
            <a:pPr lvl="0" eaLnBrk="1" latinLnBrk="0" hangingPunct="1"/>
            <a:r>
              <a:rPr kumimoji="0" lang="en-US" altLang="zh-CN" smtClean="0"/>
              <a:t>Click to edit Master text styles</a:t>
            </a:r>
            <a:endParaRPr kumimoji="0" lang="en-US" altLang="zh-CN" smtClean="0"/>
          </a:p>
          <a:p>
            <a:pPr lvl="1" eaLnBrk="1" latinLnBrk="0" hangingPunct="1"/>
            <a:r>
              <a:rPr kumimoji="0" lang="en-US" altLang="zh-CN" smtClean="0"/>
              <a:t>Second level</a:t>
            </a:r>
            <a:endParaRPr kumimoji="0" lang="en-US" altLang="zh-CN" smtClean="0"/>
          </a:p>
          <a:p>
            <a:pPr lvl="2" eaLnBrk="1" latinLnBrk="0" hangingPunct="1"/>
            <a:r>
              <a:rPr kumimoji="0" lang="en-US" altLang="zh-CN" smtClean="0"/>
              <a:t>Third level</a:t>
            </a:r>
            <a:endParaRPr kumimoji="0" lang="en-US" altLang="zh-CN" smtClean="0"/>
          </a:p>
          <a:p>
            <a:pPr lvl="3" eaLnBrk="1" latinLnBrk="0" hangingPunct="1"/>
            <a:r>
              <a:rPr kumimoji="0" lang="en-US" altLang="zh-CN" smtClean="0"/>
              <a:t>Fourth level</a:t>
            </a:r>
            <a:endParaRPr kumimoji="0" lang="en-US" altLang="zh-CN" smtClean="0"/>
          </a:p>
          <a:p>
            <a:pPr lvl="4" eaLnBrk="1" latinLnBrk="0" hangingPunct="1"/>
            <a:r>
              <a:rPr kumimoji="0" lang="en-US" altLang="zh-CN" smtClean="0"/>
              <a:t>Fifth level</a:t>
            </a:r>
            <a:endParaRPr kumimoji="0" lang="en-US"/>
          </a:p>
        </p:txBody>
      </p:sp>
      <p:sp>
        <p:nvSpPr>
          <p:cNvPr id="4" name="Date Placeholder 3"/>
          <p:cNvSpPr>
            <a:spLocks noGrp="1"/>
          </p:cNvSpPr>
          <p:nvPr>
            <p:ph type="dt" sz="half" idx="2"/>
          </p:nvPr>
        </p:nvSpPr>
        <p:spPr>
          <a:xfrm>
            <a:off x="12430" y="6051733"/>
            <a:ext cx="2987040" cy="340783"/>
          </a:xfrm>
          <a:prstGeom prst="rect">
            <a:avLst/>
          </a:prstGeom>
        </p:spPr>
        <p:txBody>
          <a:bodyPr vert="horz" lIns="91432" tIns="45716" rIns="91432" bIns="45716" rtlCol="0" anchor="ctr"/>
          <a:lstStyle>
            <a:lvl1pPr algn="l" eaLnBrk="1" latinLnBrk="0" hangingPunct="1">
              <a:defRPr kumimoji="0" sz="1200">
                <a:solidFill>
                  <a:schemeClr val="tx1">
                    <a:tint val="75000"/>
                  </a:schemeClr>
                </a:solidFill>
              </a:defRPr>
            </a:lvl1pPr>
          </a:lstStyle>
          <a:p>
            <a:fld id="{A0BE759A-A439-49EB-9E71-9424FF1084D3}" type="datetime1">
              <a:rPr lang="zh-CN" altLang="en-US" smtClean="0"/>
            </a:fld>
            <a:endParaRPr lang="zh-CN" altLang="en-US"/>
          </a:p>
        </p:txBody>
      </p:sp>
      <p:sp>
        <p:nvSpPr>
          <p:cNvPr id="5" name="Footer Placeholder 4"/>
          <p:cNvSpPr>
            <a:spLocks noGrp="1"/>
          </p:cNvSpPr>
          <p:nvPr>
            <p:ph type="ftr" sz="quarter" idx="3"/>
          </p:nvPr>
        </p:nvSpPr>
        <p:spPr>
          <a:xfrm>
            <a:off x="4373880" y="6051733"/>
            <a:ext cx="4053840" cy="340783"/>
          </a:xfrm>
          <a:prstGeom prst="rect">
            <a:avLst/>
          </a:prstGeom>
        </p:spPr>
        <p:txBody>
          <a:bodyPr vert="horz" lIns="91432" tIns="45716" rIns="91432" bIns="45716" rtlCol="0" anchor="ctr"/>
          <a:lstStyle>
            <a:lvl1pPr algn="ctr" eaLnBrk="1" latinLnBrk="0" hangingPunct="1">
              <a:defRPr kumimoji="0" sz="1200">
                <a:solidFill>
                  <a:schemeClr val="tx1">
                    <a:tint val="75000"/>
                  </a:schemeClr>
                </a:solidFill>
              </a:defRPr>
            </a:lvl1pPr>
          </a:lstStyle>
          <a:p>
            <a:r>
              <a:rPr lang="en-US" altLang="zh-CN" smtClean="0"/>
              <a:t>Akash S. Pathak</a:t>
            </a:r>
            <a:endParaRPr lang="zh-CN" altLang="en-US"/>
          </a:p>
        </p:txBody>
      </p:sp>
      <p:sp>
        <p:nvSpPr>
          <p:cNvPr id="6" name="Slide Number Placeholder 5"/>
          <p:cNvSpPr>
            <a:spLocks noGrp="1"/>
          </p:cNvSpPr>
          <p:nvPr>
            <p:ph type="sldNum" sz="quarter" idx="4"/>
          </p:nvPr>
        </p:nvSpPr>
        <p:spPr>
          <a:xfrm>
            <a:off x="9789702" y="6051733"/>
            <a:ext cx="2987040" cy="340783"/>
          </a:xfrm>
          <a:prstGeom prst="rect">
            <a:avLst/>
          </a:prstGeom>
        </p:spPr>
        <p:txBody>
          <a:bodyPr vert="horz" lIns="91432" tIns="45716" rIns="91432" bIns="45716" rtlCol="0" anchor="ctr"/>
          <a:lstStyle>
            <a:lvl1pPr algn="r" eaLnBrk="1" latinLnBrk="0" hangingPunct="1">
              <a:defRPr kumimoji="0" sz="1200">
                <a:solidFill>
                  <a:schemeClr val="tx1">
                    <a:tint val="75000"/>
                  </a:schemeClr>
                </a:solidFill>
              </a:defRPr>
            </a:lvl1pPr>
          </a:lstStyle>
          <a:p>
            <a:fld id="{5D617C44-B3AA-4DFF-AD16-AF5172FF724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panose="02040503050406030204"/>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panose="02040503050406030204"/>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panose="02040503050406030204"/>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5565"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0.wdp"/><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8.png"/><Relationship Id="rId1" Type="http://schemas.openxmlformats.org/officeDocument/2006/relationships/image" Target="../media/image7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87.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4.png"/><Relationship Id="rId1" Type="http://schemas.openxmlformats.org/officeDocument/2006/relationships/image" Target="../media/image93.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8.png"/><Relationship Id="rId1" Type="http://schemas.openxmlformats.org/officeDocument/2006/relationships/image" Target="../media/image97.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0.png"/><Relationship Id="rId1" Type="http://schemas.openxmlformats.org/officeDocument/2006/relationships/image" Target="../media/image99.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image" Target="../media/image101.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8.png"/><Relationship Id="rId1" Type="http://schemas.openxmlformats.org/officeDocument/2006/relationships/image" Target="../media/image10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6.png"/><Relationship Id="rId1" Type="http://schemas.openxmlformats.org/officeDocument/2006/relationships/image" Target="../media/image115.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smtClean="0">
                <a:solidFill>
                  <a:schemeClr val="tx1"/>
                </a:solidFill>
              </a:rPr>
              <a:t>Computer Science A</a:t>
            </a:r>
            <a:endParaRPr lang="zh-CN" altLang="en-US" dirty="0">
              <a:solidFill>
                <a:schemeClr val="tx1"/>
              </a:solidFill>
            </a:endParaRPr>
          </a:p>
        </p:txBody>
      </p:sp>
      <p:sp>
        <p:nvSpPr>
          <p:cNvPr id="3" name="Subtitle 2"/>
          <p:cNvSpPr>
            <a:spLocks noGrp="1"/>
          </p:cNvSpPr>
          <p:nvPr>
            <p:ph type="subTitle" idx="1"/>
          </p:nvPr>
        </p:nvSpPr>
        <p:spPr/>
        <p:txBody>
          <a:bodyPr anchor="t">
            <a:normAutofit lnSpcReduction="10000"/>
          </a:bodyPr>
          <a:lstStyle/>
          <a:p>
            <a:endParaRPr lang="en-US" altLang="zh-CN" dirty="0" smtClean="0"/>
          </a:p>
          <a:p>
            <a:endParaRPr lang="en-US" altLang="zh-CN" dirty="0"/>
          </a:p>
          <a:p>
            <a:endParaRPr lang="en-US" altLang="zh-CN" dirty="0" smtClean="0"/>
          </a:p>
          <a:p>
            <a:r>
              <a:rPr lang="en-US" altLang="zh-CN" dirty="0" smtClean="0">
                <a:solidFill>
                  <a:schemeClr val="tx1"/>
                </a:solidFill>
              </a:rPr>
              <a:t>Session1</a:t>
            </a:r>
            <a:endParaRPr lang="zh-CN" altLang="en-US" dirty="0">
              <a:solidFill>
                <a:schemeClr val="tx1"/>
              </a:solidFill>
            </a:endParaRPr>
          </a:p>
        </p:txBody>
      </p:sp>
      <p:sp>
        <p:nvSpPr>
          <p:cNvPr id="5" name="Footer Placeholder 4"/>
          <p:cNvSpPr>
            <a:spLocks noGrp="1"/>
          </p:cNvSpPr>
          <p:nvPr>
            <p:ph type="ftr" sz="quarter" idx="11"/>
          </p:nvPr>
        </p:nvSpPr>
        <p:spPr/>
        <p:txBody>
          <a:bodyPr/>
          <a:lstStyle/>
          <a:p>
            <a:r>
              <a:rPr lang="en-US" altLang="zh-CN" smtClean="0"/>
              <a:t>Akash S. Pathak</a:t>
            </a:r>
            <a:endParaRPr lang="zh-CN" altLang="en-US"/>
          </a:p>
        </p:txBody>
      </p:sp>
      <p:sp>
        <p:nvSpPr>
          <p:cNvPr id="6" name="Slide Number Placeholder 5"/>
          <p:cNvSpPr>
            <a:spLocks noGrp="1"/>
          </p:cNvSpPr>
          <p:nvPr>
            <p:ph type="sldNum" sz="quarter" idx="12"/>
          </p:nvPr>
        </p:nvSpPr>
        <p:spPr/>
        <p:txBody>
          <a:bodyPr/>
          <a:lstStyle/>
          <a:p>
            <a:r>
              <a:rPr lang="en-US" altLang="zh-CN" dirty="0" smtClean="0">
                <a:solidFill>
                  <a:schemeClr val="tx1">
                    <a:lumMod val="95000"/>
                    <a:lumOff val="5000"/>
                  </a:schemeClr>
                </a:solidFill>
              </a:rPr>
              <a:t>HN14Z 1</a:t>
            </a:r>
            <a:endParaRPr lang="zh-CN" altLang="en-US"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56330"/>
            <a:ext cx="11521440" cy="482225"/>
          </a:xfrm>
          <a:solidFill>
            <a:schemeClr val="tx1">
              <a:lumMod val="95000"/>
              <a:lumOff val="5000"/>
            </a:schemeClr>
          </a:solidFill>
        </p:spPr>
        <p:txBody>
          <a:bodyPr/>
          <a:lstStyle/>
          <a:p>
            <a:r>
              <a:rPr lang="en-US" altLang="zh-CN" sz="2800" dirty="0">
                <a:solidFill>
                  <a:schemeClr val="bg1"/>
                </a:solidFill>
                <a:effectLst>
                  <a:outerShdw blurRad="38100" dist="38100" dir="2700000" algn="tl">
                    <a:srgbClr val="000000">
                      <a:alpha val="43137"/>
                    </a:srgbClr>
                  </a:outerShdw>
                </a:effectLst>
              </a:rPr>
              <a:t>OBJECTIVE</a:t>
            </a:r>
            <a:endParaRPr lang="zh-CN" altLang="en-US" sz="28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40080" y="984741"/>
            <a:ext cx="11805920" cy="5251939"/>
          </a:xfrm>
        </p:spPr>
        <p:txBody>
          <a:bodyPr>
            <a:normAutofit/>
          </a:bodyPr>
          <a:lstStyle/>
          <a:p>
            <a:pPr marL="457200" indent="-457200" algn="just">
              <a:buAutoNum type="arabicPeriod"/>
            </a:pPr>
            <a:r>
              <a:rPr lang="en-US" altLang="zh-CN" sz="2400" dirty="0" smtClean="0">
                <a:latin typeface="Georgia" pitchFamily="18" charset="0"/>
                <a:cs typeface="Times New Roman" panose="02020603050405020304" charset="0"/>
              </a:rPr>
              <a:t>Boolean Expressions</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a:latin typeface="Georgia" pitchFamily="18" charset="0"/>
                <a:cs typeface="Times New Roman" panose="02020603050405020304" charset="0"/>
              </a:rPr>
              <a:t>i</a:t>
            </a:r>
            <a:r>
              <a:rPr lang="en-US" altLang="zh-CN" sz="2400" dirty="0" smtClean="0">
                <a:latin typeface="Georgia" pitchFamily="18" charset="0"/>
                <a:cs typeface="Times New Roman" panose="02020603050405020304" charset="0"/>
              </a:rPr>
              <a:t>f Statements and Control Flow</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a:latin typeface="Georgia" pitchFamily="18" charset="0"/>
                <a:cs typeface="Times New Roman" panose="02020603050405020304" charset="0"/>
              </a:rPr>
              <a:t>i</a:t>
            </a:r>
            <a:r>
              <a:rPr lang="en-US" altLang="zh-CN" sz="2400" dirty="0" smtClean="0">
                <a:latin typeface="Georgia" pitchFamily="18" charset="0"/>
                <a:cs typeface="Times New Roman" panose="02020603050405020304" charset="0"/>
              </a:rPr>
              <a:t>f-else Statements</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smtClean="0">
                <a:latin typeface="Georgia" pitchFamily="18" charset="0"/>
                <a:cs typeface="Times New Roman" panose="02020603050405020304" charset="0"/>
              </a:rPr>
              <a:t>else  if  Statements</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smtClean="0">
                <a:latin typeface="Georgia" pitchFamily="18" charset="0"/>
                <a:cs typeface="Times New Roman" panose="02020603050405020304" charset="0"/>
              </a:rPr>
              <a:t>Compound Boolean Expressions</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smtClean="0">
                <a:latin typeface="Georgia" pitchFamily="18" charset="0"/>
                <a:cs typeface="Times New Roman" panose="02020603050405020304" charset="0"/>
              </a:rPr>
              <a:t>Equivalent Boolean Expressions</a:t>
            </a:r>
            <a:endParaRPr lang="en-US" altLang="zh-CN" sz="2400" dirty="0" smtClean="0">
              <a:latin typeface="Georgia" pitchFamily="18" charset="0"/>
              <a:cs typeface="Times New Roman" panose="02020603050405020304" charset="0"/>
            </a:endParaRPr>
          </a:p>
          <a:p>
            <a:pPr marL="457200" indent="-457200" algn="just">
              <a:buAutoNum type="arabicPeriod"/>
            </a:pPr>
            <a:r>
              <a:rPr lang="en-US" altLang="zh-CN" sz="2400" dirty="0" smtClean="0">
                <a:latin typeface="Georgia" pitchFamily="18" charset="0"/>
                <a:cs typeface="Times New Roman" panose="02020603050405020304" charset="0"/>
              </a:rPr>
              <a:t>Comparing Objects </a:t>
            </a:r>
            <a:endParaRPr lang="en-US" altLang="zh-CN" sz="2400" dirty="0" smtClean="0">
              <a:latin typeface="Georgia" pitchFamily="18"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6" name="Slide Number Placeholder 5"/>
          <p:cNvSpPr>
            <a:spLocks noGrp="1"/>
          </p:cNvSpPr>
          <p:nvPr>
            <p:ph type="sldNum" sz="quarter" idx="12"/>
          </p:nvPr>
        </p:nvSpPr>
        <p:spPr/>
        <p:txBody>
          <a:bodyPr/>
          <a:lstStyle/>
          <a:p>
            <a:fld id="{5D617C44-B3AA-4DFF-AD16-AF5172FF7244}" type="slidenum">
              <a:rPr lang="zh-CN" altLang="en-US" smtClean="0">
                <a:solidFill>
                  <a:schemeClr val="tx1"/>
                </a:solidFill>
              </a:rPr>
            </a:fld>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228600"/>
            <a:ext cx="11521440" cy="5056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a:solidFill>
                  <a:schemeClr val="bg1"/>
                </a:solidFill>
                <a:effectLst>
                  <a:outerShdw blurRad="38100" dist="38100" dir="2700000" algn="tl">
                    <a:srgbClr val="000000">
                      <a:alpha val="43137"/>
                    </a:srgbClr>
                  </a:outerShdw>
                </a:effectLst>
              </a:rPr>
              <a:t>UNIT at a Glance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smtClean="0"/>
              <a:t>Akash S. Pathak</a:t>
            </a:r>
            <a:endParaRPr lang="zh-CN" altLang="en-US" dirty="0"/>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67200" y="787400"/>
            <a:ext cx="3810000" cy="530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37160" y="256330"/>
            <a:ext cx="11521440" cy="5056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a:solidFill>
                  <a:schemeClr val="bg1"/>
                </a:solidFill>
                <a:effectLst>
                  <a:outerShdw blurRad="38100" dist="38100" dir="2700000" algn="tl">
                    <a:srgbClr val="000000">
                      <a:alpha val="43137"/>
                    </a:srgbClr>
                  </a:outerShdw>
                </a:effectLst>
              </a:rPr>
              <a:t>UNIT at a Glance</a:t>
            </a:r>
            <a:endParaRPr lang="zh-CN" altLang="en-US" sz="28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endParaRPr lang="zh-CN" altLang="en-US"/>
          </a:p>
        </p:txBody>
      </p:sp>
      <p:sp>
        <p:nvSpPr>
          <p:cNvPr id="4" name="Footer Placeholder 3"/>
          <p:cNvSpPr>
            <a:spLocks noGrp="1"/>
          </p:cNvSpPr>
          <p:nvPr>
            <p:ph type="ftr" sz="quarter" idx="11"/>
          </p:nvPr>
        </p:nvSpPr>
        <p:spPr/>
        <p:txBody>
          <a:bodyPr/>
          <a:lstStyle/>
          <a:p>
            <a:r>
              <a:rPr lang="en-US" altLang="zh-CN" dirty="0" smtClean="0"/>
              <a:t>Akash S. </a:t>
            </a:r>
            <a:r>
              <a:rPr lang="en-US" altLang="zh-CN" dirty="0" err="1" smtClean="0"/>
              <a:t>Pathak</a:t>
            </a:r>
            <a:endParaRPr lang="zh-CN" altLang="en-US" dirty="0"/>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914400"/>
            <a:ext cx="67437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0515" y="1447800"/>
            <a:ext cx="5861085"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latin typeface="Georgia" pitchFamily="18" charset="0"/>
                <a:cs typeface="Times New Roman" panose="02020603050405020304" charset="0"/>
              </a:rPr>
              <a:t>Boolean Variables</a:t>
            </a:r>
            <a:r>
              <a:rPr lang="en-US" altLang="zh-CN" sz="2400" dirty="0" smtClean="0">
                <a:latin typeface="Georgia" pitchFamily="18" charset="0"/>
                <a:cs typeface="Times New Roman" panose="02020603050405020304" charset="0"/>
              </a:rPr>
              <a:t>  or Expressions can only have true or false values.</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dirty="0" smtClean="0">
                <a:latin typeface="Georgia" pitchFamily="18" charset="0"/>
                <a:cs typeface="Times New Roman" panose="02020603050405020304" charset="0"/>
              </a:rPr>
              <a:t>Primitive values (Like </a:t>
            </a:r>
            <a:r>
              <a:rPr lang="en-US" altLang="zh-CN" sz="2400" dirty="0" err="1" smtClean="0">
                <a:latin typeface="Georgia" pitchFamily="18" charset="0"/>
                <a:cs typeface="Times New Roman" panose="02020603050405020304" charset="0"/>
              </a:rPr>
              <a:t>int</a:t>
            </a:r>
            <a:r>
              <a:rPr lang="en-US" altLang="zh-CN" sz="2400" dirty="0" smtClean="0">
                <a:latin typeface="Georgia" pitchFamily="18" charset="0"/>
                <a:cs typeface="Times New Roman" panose="02020603050405020304" charset="0"/>
              </a:rPr>
              <a:t>, </a:t>
            </a:r>
            <a:r>
              <a:rPr lang="en-US" altLang="zh-CN" sz="2400" dirty="0" smtClean="0">
                <a:latin typeface="Georgia" pitchFamily="18" charset="0"/>
                <a:cs typeface="Times New Roman" panose="02020603050405020304" charset="0"/>
              </a:rPr>
              <a:t>double) and reference values (String and any other class objects ) can be compared using relational operators. (i.e. == and !=)</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a:latin typeface="Georgia" pitchFamily="18" charset="0"/>
              <a:cs typeface="Times New Roman" panose="02020603050405020304" charset="0"/>
            </a:endParaRPr>
          </a:p>
          <a:p>
            <a:pPr marL="0" indent="0" algn="just">
              <a:buNone/>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2925" y="2733675"/>
            <a:ext cx="11715750"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609600"/>
            <a:ext cx="7162800" cy="5502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4038600"/>
            <a:ext cx="169545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dirty="0" smtClean="0">
                <a:latin typeface="Georgia" pitchFamily="18" charset="0"/>
                <a:cs typeface="Times New Roman" panose="02020603050405020304" charset="0"/>
              </a:rPr>
              <a:t>We can also use == and != to test if two reference values like Ken and </a:t>
            </a:r>
            <a:r>
              <a:rPr lang="en-US" altLang="zh-CN" sz="2400" dirty="0" err="1" smtClean="0">
                <a:latin typeface="Georgia" pitchFamily="18" charset="0"/>
                <a:cs typeface="Times New Roman" panose="02020603050405020304" charset="0"/>
              </a:rPr>
              <a:t>Rin</a:t>
            </a:r>
            <a:r>
              <a:rPr lang="en-US" altLang="zh-CN" sz="2400" dirty="0" smtClean="0">
                <a:latin typeface="Georgia" pitchFamily="18" charset="0"/>
                <a:cs typeface="Times New Roman" panose="02020603050405020304" charset="0"/>
              </a:rPr>
              <a:t> objects, refer to the same object.</a:t>
            </a: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075" y="1447800"/>
            <a:ext cx="801052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4210050"/>
            <a:ext cx="123825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Second Example</a:t>
            </a:r>
            <a:r>
              <a:rPr lang="en-US" altLang="zh-CN" sz="2400" dirty="0" smtClean="0">
                <a:latin typeface="Georgia" pitchFamily="18" charset="0"/>
                <a:cs typeface="Times New Roman" panose="02020603050405020304" charset="0"/>
              </a:rPr>
              <a:t>:</a:t>
            </a: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8979" y="1066800"/>
            <a:ext cx="5839821"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066800"/>
            <a:ext cx="34861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9800" y="3905250"/>
            <a:ext cx="198120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Relational Operators (&lt;,&gt;,&lt;=,&gt;=)</a:t>
            </a:r>
            <a:r>
              <a:rPr lang="en-US" altLang="zh-CN" sz="2400" dirty="0" smtClean="0">
                <a:latin typeface="Georgia" pitchFamily="18" charset="0"/>
                <a:cs typeface="Times New Roman" panose="02020603050405020304" charset="0"/>
              </a:rPr>
              <a:t>.</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dirty="0" smtClean="0">
                <a:latin typeface="Georgia" pitchFamily="18" charset="0"/>
                <a:cs typeface="Times New Roman" panose="02020603050405020304" charset="0"/>
              </a:rPr>
              <a:t>The Relational Operators below in Java are used to compare numeric values or arithmetic expressions.</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905000"/>
            <a:ext cx="76962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3933825"/>
            <a:ext cx="122872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Below are few Boolean Expression that very useful.</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606" y="1371600"/>
            <a:ext cx="1119019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for below program.</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143000"/>
            <a:ext cx="115062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5533" y="4067175"/>
            <a:ext cx="371475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3.1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Remember below logic when to use.</a:t>
            </a: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92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143000"/>
            <a:ext cx="111252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If Statements Flowchart.</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0242" name="Picture 2" descr="D:\CSA\if_statement_flow_chart.png"/>
          <p:cNvPicPr>
            <a:picLocks noChangeAspect="1" noChangeArrowheads="1"/>
          </p:cNvPicPr>
          <p:nvPr/>
        </p:nvPicPr>
        <p:blipFill>
          <a:blip r:embed="rId1">
            <a:duotone>
              <a:prstClr val="black"/>
              <a:srgbClr val="D9C3A5">
                <a:tint val="50000"/>
                <a:satMod val="180000"/>
              </a:srgbClr>
            </a:duotone>
            <a:extLst>
              <a:ext uri="{BEBA8EAE-BF5A-486C-A8C5-ECC9F3942E4B}">
                <a14:imgProps xmlns:a14="http://schemas.microsoft.com/office/drawing/2010/main">
                  <a14:imgLayer r:embed="rId2">
                    <a14:imgEffect>
                      <a14:saturation sat="101000"/>
                    </a14:imgEffect>
                  </a14:imgLayer>
                </a14:imgProps>
              </a:ext>
              <a:ext uri="{28A0092B-C50C-407E-A947-70E740481C1C}">
                <a14:useLocalDpi xmlns:a14="http://schemas.microsoft.com/office/drawing/2010/main" val="0"/>
              </a:ext>
            </a:extLst>
          </a:blip>
          <a:srcRect/>
          <a:stretch>
            <a:fillRect/>
          </a:stretch>
        </p:blipFill>
        <p:spPr bwMode="auto">
          <a:xfrm>
            <a:off x="2209800" y="1219200"/>
            <a:ext cx="7937500" cy="4743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If statement syntax.</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1266"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609600" y="1143000"/>
            <a:ext cx="6248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297" y="4260552"/>
            <a:ext cx="8122103" cy="163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of the below code.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52524"/>
            <a:ext cx="8448675"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3475" y="4352924"/>
            <a:ext cx="307657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92500" lnSpcReduction="10000"/>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of the below code.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1800" dirty="0" smtClean="0">
                <a:latin typeface="Georgia" pitchFamily="18" charset="0"/>
                <a:cs typeface="Times New Roman" panose="02020603050405020304" charset="0"/>
              </a:rPr>
              <a:t>Generates random number between -10 to 10</a:t>
            </a: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447800"/>
            <a:ext cx="741997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of the below code.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1800" dirty="0" smtClean="0">
                <a:latin typeface="Georgia" pitchFamily="18" charset="0"/>
                <a:cs typeface="Times New Roman" panose="02020603050405020304" charset="0"/>
              </a:rPr>
              <a:t>Generates random number between -10 to 10</a:t>
            </a: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1800" dirty="0" smtClean="0">
                <a:latin typeface="Georgia" pitchFamily="18" charset="0"/>
                <a:cs typeface="Times New Roman" panose="02020603050405020304" charset="0"/>
              </a:rPr>
              <a:t>And prints the respective if statements</a:t>
            </a:r>
            <a:endParaRPr lang="en-US" altLang="zh-CN" sz="18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6400" y="609600"/>
            <a:ext cx="70866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Quiz</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err="1" smtClean="0">
                <a:latin typeface="Georgia" pitchFamily="18" charset="0"/>
                <a:cs typeface="Times New Roman" panose="02020603050405020304" charset="0"/>
              </a:rPr>
              <a:t>Ans</a:t>
            </a:r>
            <a:r>
              <a:rPr lang="en-US" altLang="zh-CN" sz="2400" b="1" u="sng" dirty="0" err="1" smtClean="0">
                <a:latin typeface="Georgia" pitchFamily="18" charset="0"/>
                <a:cs typeface="Times New Roman" panose="02020603050405020304" charset="0"/>
                <a:sym typeface="Wingdings" panose="05000000000000000000" pitchFamily="2" charset="2"/>
              </a:rPr>
              <a:t>C</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609600"/>
            <a:ext cx="9820275"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Common Errors with if Statements </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95400"/>
            <a:ext cx="11049000"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What’s Wrong with the below code, Correct the code and tell output</a:t>
            </a:r>
            <a:endParaRPr lang="en-US" altLang="zh-CN" sz="2400" b="1" u="sng" dirty="0" smtClean="0">
              <a:latin typeface="Georgia" pitchFamily="18" charset="0"/>
              <a:cs typeface="Times New Roman" panose="02020603050405020304" charset="0"/>
            </a:endParaRPr>
          </a:p>
          <a:p>
            <a:pPr marL="0" indent="0" algn="just">
              <a:buNone/>
            </a:pPr>
            <a:r>
              <a:rPr lang="en-US" altLang="zh-CN" sz="2400" b="1" u="sng" dirty="0" smtClean="0">
                <a:latin typeface="Georgia" pitchFamily="18" charset="0"/>
                <a:cs typeface="Times New Roman" panose="02020603050405020304" charset="0"/>
              </a:rPr>
              <a:t> </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marL="0" indent="0" algn="just">
              <a:buNone/>
            </a:pP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a:p>
            <a:pPr marL="0" indent="0" algn="just">
              <a:buNone/>
            </a:pPr>
            <a:endParaRPr lang="en-US" altLang="zh-CN" sz="2400" dirty="0">
              <a:latin typeface="Georgia" pitchFamily="18" charset="0"/>
              <a:cs typeface="Times New Roman" panose="02020603050405020304" charset="0"/>
            </a:endParaRPr>
          </a:p>
          <a:p>
            <a:pPr marL="0" indent="0" algn="just">
              <a:buNone/>
            </a:pPr>
            <a:endParaRPr lang="en-US" altLang="zh-CN" sz="2400" dirty="0" smtClean="0">
              <a:latin typeface="Georgia" pitchFamily="18" charset="0"/>
              <a:cs typeface="Times New Roman" panose="02020603050405020304" charset="0"/>
            </a:endParaRPr>
          </a:p>
          <a:p>
            <a:pPr marL="0" indent="0" algn="just">
              <a:buNone/>
            </a:pPr>
            <a:r>
              <a:rPr lang="en-US" altLang="zh-CN" sz="2400" dirty="0">
                <a:latin typeface="Georgia" pitchFamily="18" charset="0"/>
                <a:cs typeface="Times New Roman" panose="02020603050405020304" charset="0"/>
              </a:rPr>
              <a:t> </a:t>
            </a:r>
            <a:r>
              <a:rPr lang="en-US" altLang="zh-CN" sz="2400" dirty="0" smtClean="0">
                <a:latin typeface="Georgia" pitchFamily="18" charset="0"/>
                <a:cs typeface="Times New Roman" panose="02020603050405020304" charset="0"/>
              </a:rPr>
              <a:t> </a:t>
            </a:r>
            <a:endParaRPr lang="en-US" altLang="zh-CN" sz="2400" dirty="0" smtClean="0">
              <a:latin typeface="Georgia" pitchFamily="18" charset="0"/>
              <a:cs typeface="Times New Roman" panose="02020603050405020304" charset="0"/>
            </a:endParaRPr>
          </a:p>
          <a:p>
            <a:pPr marL="0" indent="0" algn="just">
              <a:buNone/>
            </a:pPr>
            <a:r>
              <a:rPr lang="en-US" altLang="zh-CN" sz="2400" dirty="0">
                <a:latin typeface="Georgia" pitchFamily="18" charset="0"/>
                <a:cs typeface="Times New Roman" panose="02020603050405020304" charset="0"/>
              </a:rPr>
              <a:t> </a:t>
            </a:r>
            <a:r>
              <a:rPr lang="en-US" altLang="zh-CN" sz="2400" dirty="0" smtClean="0">
                <a:latin typeface="Georgia" pitchFamily="18" charset="0"/>
                <a:cs typeface="Times New Roman" panose="02020603050405020304" charset="0"/>
              </a:rPr>
              <a:t>                  Wrong Code                                                                      Correct Code</a:t>
            </a:r>
            <a:endParaRPr lang="en-US" altLang="zh-CN" sz="2400" dirty="0" smtClean="0">
              <a:latin typeface="Georgia" pitchFamily="18" charset="0"/>
              <a:cs typeface="Times New Roman" panose="02020603050405020304" charset="0"/>
            </a:endParaRPr>
          </a:p>
        </p:txBody>
      </p:sp>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210901"/>
            <a:ext cx="6172200"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219200"/>
            <a:ext cx="6248400" cy="3144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3.2 If Statements and control flow</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Complete the Below code to implement magic 8 ball.   </a:t>
            </a:r>
            <a:r>
              <a:rPr lang="en-US" altLang="zh-CN" sz="2400" b="1" u="sng" dirty="0" err="1" smtClean="0">
                <a:latin typeface="Georgia" pitchFamily="18" charset="0"/>
                <a:cs typeface="Times New Roman" panose="02020603050405020304" charset="0"/>
              </a:rPr>
              <a:t>HomeWork</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1229196"/>
            <a:ext cx="6553200" cy="4790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3.3 if-else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i="1" dirty="0" smtClean="0">
                <a:latin typeface="Georgia" pitchFamily="18" charset="0"/>
                <a:cs typeface="Times New Roman" panose="02020603050405020304" charset="0"/>
              </a:rPr>
              <a:t>A two-way selection is written when there are two sets of statements- one to be executed when the Boolean condition is true , and another set for when the Boolean condition is false. In this case, the body of the “if” is executed when the Boolean condition is true, and the body of the “else” is executed when the Boolean condition </a:t>
            </a:r>
            <a:r>
              <a:rPr lang="en-US" altLang="zh-CN" sz="2400" i="1" smtClean="0">
                <a:latin typeface="Georgia" pitchFamily="18" charset="0"/>
                <a:cs typeface="Times New Roman" panose="02020603050405020304" charset="0"/>
              </a:rPr>
              <a:t>is false.</a:t>
            </a:r>
            <a:endParaRPr lang="en-US" altLang="zh-CN" sz="2400" i="1"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19458"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066800" y="2209800"/>
            <a:ext cx="4419600" cy="4077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6400800" y="2209800"/>
            <a:ext cx="577215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5562600"/>
            <a:ext cx="481965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3.3 if-else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1025" y="1143000"/>
            <a:ext cx="757237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4731096"/>
            <a:ext cx="2867025"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3.3 if-else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04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066801"/>
            <a:ext cx="1218247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5029200"/>
            <a:ext cx="652462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3.3 if-else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 Nested If else statements</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150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0075" y="1066799"/>
            <a:ext cx="9686925"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1122" y="4867274"/>
            <a:ext cx="24003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3.3 if-else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Implement </a:t>
            </a:r>
            <a:r>
              <a:rPr lang="en-US" altLang="zh-CN" sz="2400" b="1" i="1" u="sng" dirty="0" smtClean="0">
                <a:latin typeface="Georgia" pitchFamily="18" charset="0"/>
                <a:cs typeface="Times New Roman" panose="02020603050405020304" charset="0"/>
              </a:rPr>
              <a:t>Animal Guessing Program </a:t>
            </a:r>
            <a:r>
              <a:rPr lang="en-US" altLang="zh-CN" sz="2400" b="1" u="sng" dirty="0" smtClean="0">
                <a:latin typeface="Georgia" pitchFamily="18" charset="0"/>
                <a:cs typeface="Times New Roman" panose="02020603050405020304" charset="0"/>
              </a:rPr>
              <a:t>: </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35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93549"/>
            <a:ext cx="38862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066800"/>
            <a:ext cx="88392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i="1" dirty="0" smtClean="0">
                <a:latin typeface="Georgia" pitchFamily="18" charset="0"/>
                <a:cs typeface="Times New Roman" panose="02020603050405020304" charset="0"/>
              </a:rPr>
              <a:t>A multi-way selection is written when there are a series of conditions with different statements for each condition. </a:t>
            </a:r>
            <a:endParaRPr lang="en-US" altLang="zh-CN" sz="2400" i="1"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i="1" dirty="0" smtClean="0">
                <a:latin typeface="Georgia" pitchFamily="18" charset="0"/>
                <a:cs typeface="Times New Roman" panose="02020603050405020304" charset="0"/>
              </a:rPr>
              <a:t>Multi-way selection is performed using if-else-if statements such that exactly one selection of code is executed on the first condition that evaluates to true.</a:t>
            </a:r>
            <a:endParaRPr lang="en-US" altLang="zh-CN" sz="2400" i="1"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4578"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76200" y="2362200"/>
            <a:ext cx="42672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3"/>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4419600" y="2362201"/>
            <a:ext cx="83058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the output of the below code: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143000"/>
            <a:ext cx="700087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4682528"/>
            <a:ext cx="28098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QUIZ:</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err="1" smtClean="0">
                <a:latin typeface="Georgia" pitchFamily="18" charset="0"/>
                <a:cs typeface="Times New Roman" panose="02020603050405020304" charset="0"/>
              </a:rPr>
              <a:t>Ans</a:t>
            </a:r>
            <a:r>
              <a:rPr lang="en-US" altLang="zh-CN" sz="2400" b="1" u="sng" dirty="0" err="1" smtClean="0">
                <a:latin typeface="Georgia" pitchFamily="18" charset="0"/>
                <a:cs typeface="Times New Roman" panose="02020603050405020304" charset="0"/>
                <a:sym typeface="Wingdings" panose="05000000000000000000" pitchFamily="2" charset="2"/>
              </a:rPr>
              <a:t>A</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6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86125" y="652463"/>
            <a:ext cx="9439275" cy="544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QUIZ:</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err="1" smtClean="0">
                <a:latin typeface="Georgia" pitchFamily="18" charset="0"/>
                <a:cs typeface="Times New Roman" panose="02020603050405020304" charset="0"/>
              </a:rPr>
              <a:t>Ans</a:t>
            </a:r>
            <a:r>
              <a:rPr lang="en-US" altLang="zh-CN" sz="2400" b="1" u="sng" dirty="0" err="1" smtClean="0">
                <a:latin typeface="Georgia" pitchFamily="18" charset="0"/>
                <a:cs typeface="Times New Roman" panose="02020603050405020304" charset="0"/>
                <a:sym typeface="Wingdings" panose="05000000000000000000" pitchFamily="2" charset="2"/>
              </a:rPr>
              <a:t>C</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76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28975" y="652463"/>
            <a:ext cx="9496425" cy="544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QUIZ:</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err="1" smtClean="0">
                <a:latin typeface="Georgia" pitchFamily="18" charset="0"/>
                <a:cs typeface="Times New Roman" panose="02020603050405020304" charset="0"/>
              </a:rPr>
              <a:t>Ans</a:t>
            </a:r>
            <a:r>
              <a:rPr lang="en-US" altLang="zh-CN" sz="2400" b="1" u="sng" dirty="0" err="1" smtClean="0">
                <a:latin typeface="Georgia" pitchFamily="18" charset="0"/>
                <a:cs typeface="Times New Roman" panose="02020603050405020304" charset="0"/>
                <a:sym typeface="Wingdings" panose="05000000000000000000" pitchFamily="2" charset="2"/>
              </a:rPr>
              <a:t>D</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86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71800" y="609600"/>
            <a:ext cx="9525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3.4 else if statements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Predict output :   What’s Wrong with this Code?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29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 y="1029089"/>
            <a:ext cx="6562725" cy="5066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429000"/>
            <a:ext cx="1838325"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034370"/>
            <a:ext cx="5715000" cy="5061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0425" y="4191000"/>
            <a:ext cx="1781175"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Logical Operators : Not(!), </a:t>
            </a:r>
            <a:r>
              <a:rPr lang="en-US" altLang="zh-CN" sz="2400" b="1" u="sng" dirty="0">
                <a:latin typeface="Georgia" pitchFamily="18" charset="0"/>
                <a:cs typeface="Times New Roman" panose="02020603050405020304" charset="0"/>
              </a:rPr>
              <a:t>And(&amp;&amp;) , Or</a:t>
            </a:r>
            <a:r>
              <a:rPr lang="en-US" altLang="zh-CN" sz="2400" b="1" u="sng" dirty="0" smtClean="0">
                <a:latin typeface="Georgia" pitchFamily="18" charset="0"/>
                <a:cs typeface="Times New Roman" panose="02020603050405020304" charset="0"/>
              </a:rPr>
              <a:t>(||)</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 , &amp;&amp; , || </a:t>
            </a:r>
            <a:r>
              <a:rPr lang="en-US" altLang="zh-CN" sz="2400" b="1" u="sng" dirty="0" smtClean="0">
                <a:latin typeface="Georgia" pitchFamily="18" charset="0"/>
                <a:cs typeface="Times New Roman" panose="02020603050405020304" charset="0"/>
                <a:sym typeface="Wingdings" panose="05000000000000000000" pitchFamily="2" charset="2"/>
              </a:rPr>
              <a:t> </a:t>
            </a:r>
            <a:r>
              <a:rPr lang="en-US" altLang="zh-CN" sz="2400" dirty="0" smtClean="0">
                <a:latin typeface="Georgia" pitchFamily="18" charset="0"/>
                <a:cs typeface="Times New Roman" panose="02020603050405020304" charset="0"/>
                <a:sym typeface="Wingdings" panose="05000000000000000000" pitchFamily="2" charset="2"/>
              </a:rPr>
              <a:t> This represents the order these operators will be evaluated.</a:t>
            </a:r>
            <a:endParaRPr lang="en-US" altLang="zh-CN" sz="2400" dirty="0" smtClean="0">
              <a:latin typeface="Georgia" pitchFamily="18" charset="0"/>
              <a:cs typeface="Times New Roman" panose="02020603050405020304" charset="0"/>
              <a:sym typeface="Wingdings" panose="05000000000000000000" pitchFamily="2" charset="2"/>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An expression involving logical operators evaluates to a Boolean value:</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r>
              <a:rPr lang="en-US" altLang="zh-CN" sz="2400" b="1" u="sng" dirty="0" smtClean="0">
                <a:latin typeface="Georgia" pitchFamily="18" charset="0"/>
                <a:cs typeface="Times New Roman" panose="02020603050405020304" charset="0"/>
              </a:rPr>
              <a:t>Let’s see examples for each these operators…….</a:t>
            </a: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What </a:t>
            </a:r>
            <a:r>
              <a:rPr lang="en-US" altLang="zh-CN" sz="2400" b="1" dirty="0">
                <a:effectLst>
                  <a:outerShdw blurRad="38100" dist="38100" dir="2700000" algn="tl">
                    <a:srgbClr val="000000">
                      <a:alpha val="43137"/>
                    </a:srgbClr>
                  </a:outerShdw>
                </a:effectLst>
              </a:rPr>
              <a:t>if you want to go out and your parents say you can go out if you clean your room and do your homework</a:t>
            </a:r>
            <a:r>
              <a:rPr lang="en-US" altLang="zh-CN" sz="2400" b="1" dirty="0" smtClean="0">
                <a:effectLst>
                  <a:outerShdw blurRad="38100" dist="38100" dir="2700000" algn="tl">
                    <a:srgbClr val="000000">
                      <a:alpha val="43137"/>
                    </a:srgbClr>
                  </a:outerShdw>
                </a:effectLst>
              </a:rPr>
              <a:t>?    Focus on how to use    And(&amp;&amp;) Operator</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07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918335"/>
            <a:ext cx="8001000" cy="416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5072015"/>
            <a:ext cx="30861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Predict  the output::    Focus on how to use    Or(||) Operator</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219200"/>
            <a:ext cx="7543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4936308"/>
            <a:ext cx="24288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Predict  the output::    Focus on how to use    Not(!) Operator.</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295400"/>
            <a:ext cx="809625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3807076"/>
            <a:ext cx="3714750"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Predict  the output::    Focus on how to use    And(&amp;&amp;)  and Or(||) Operator.</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3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219200"/>
            <a:ext cx="8677275"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4705350"/>
            <a:ext cx="457200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830565">
            <a:off x="137625" y="2964152"/>
            <a:ext cx="124861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Truth Table.</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AND(&amp;&amp;)</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false</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48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191874"/>
            <a:ext cx="6553200" cy="2618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964" y="3962400"/>
            <a:ext cx="103822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lnSpcReduction="10000"/>
          </a:bodyPr>
          <a:lstStyle/>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Truth Table.</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b="1" dirty="0" smtClean="0">
                <a:effectLst>
                  <a:outerShdw blurRad="38100" dist="38100" dir="2700000" algn="tl">
                    <a:srgbClr val="000000">
                      <a:alpha val="43137"/>
                    </a:srgbClr>
                  </a:outerShdw>
                </a:effectLst>
              </a:rPr>
              <a:t>Or(||)</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true</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58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1" y="990600"/>
            <a:ext cx="6705600" cy="27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86200"/>
            <a:ext cx="1078230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dirty="0" smtClean="0">
                <a:effectLst>
                  <a:outerShdw blurRad="38100" dist="38100" dir="2700000" algn="tl">
                    <a:srgbClr val="000000">
                      <a:alpha val="43137"/>
                    </a:srgbClr>
                  </a:outerShdw>
                </a:effectLst>
              </a:rPr>
              <a:t>QUIZ</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A</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6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62050"/>
            <a:ext cx="10934700"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dirty="0" smtClean="0">
                <a:effectLst>
                  <a:outerShdw blurRad="38100" dist="38100" dir="2700000" algn="tl">
                    <a:srgbClr val="000000">
                      <a:alpha val="43137"/>
                    </a:srgbClr>
                  </a:outerShdw>
                </a:effectLst>
              </a:rPr>
              <a:t>QUIZ:</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B</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78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066800"/>
            <a:ext cx="109347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dirty="0" smtClean="0">
                <a:effectLst>
                  <a:outerShdw blurRad="38100" dist="38100" dir="2700000" algn="tl">
                    <a:srgbClr val="000000">
                      <a:alpha val="43137"/>
                    </a:srgbClr>
                  </a:outerShdw>
                </a:effectLst>
              </a:rPr>
              <a:t>QUIZ:</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A</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89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12268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i="1" u="sng" dirty="0" smtClean="0">
                <a:effectLst>
                  <a:outerShdw blurRad="38100" dist="38100" dir="2700000" algn="tl">
                    <a:srgbClr val="000000">
                      <a:alpha val="43137"/>
                    </a:srgbClr>
                  </a:outerShdw>
                </a:effectLst>
              </a:rPr>
              <a:t>Short Circuit Evaluation </a:t>
            </a:r>
            <a:r>
              <a:rPr lang="en-US" altLang="zh-CN" sz="2400" b="1" dirty="0" smtClean="0">
                <a:effectLst>
                  <a:outerShdw blurRad="38100" dist="38100" dir="2700000" algn="tl">
                    <a:srgbClr val="000000">
                      <a:alpha val="43137"/>
                    </a:srgbClr>
                  </a:outerShdw>
                </a:effectLst>
              </a:rPr>
              <a:t>:</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r>
              <a:rPr lang="en-US" altLang="zh-CN" sz="2400" dirty="0" smtClean="0"/>
              <a:t>Both &amp;&amp; and || use short circuit evaluation.</a:t>
            </a:r>
            <a:endParaRPr lang="en-US" altLang="zh-CN" sz="2400" dirty="0" smtClean="0"/>
          </a:p>
          <a:p>
            <a:pPr algn="just">
              <a:buFont typeface="Wingdings" panose="05000000000000000000" pitchFamily="2" charset="2"/>
              <a:buChar char="Ø"/>
            </a:pPr>
            <a:r>
              <a:rPr lang="en-US" altLang="zh-CN" sz="2400" dirty="0" smtClean="0"/>
              <a:t>The second expression isn’t necessarily checked , if the result of the first expression is enough to tell if the compound expression is true or false.</a:t>
            </a:r>
            <a:endParaRPr lang="en-US" altLang="zh-CN" sz="2400" dirty="0" smtClean="0"/>
          </a:p>
          <a:p>
            <a:pPr algn="just">
              <a:buFont typeface="Wingdings" panose="05000000000000000000" pitchFamily="2" charset="2"/>
              <a:buChar char="Ø"/>
            </a:pPr>
            <a:r>
              <a:rPr lang="en-US" altLang="zh-CN" sz="2400" dirty="0"/>
              <a:t>If two </a:t>
            </a:r>
            <a:r>
              <a:rPr lang="en-US" altLang="zh-CN" sz="2400" dirty="0" err="1"/>
              <a:t>boolean</a:t>
            </a:r>
            <a:r>
              <a:rPr lang="en-US" altLang="zh-CN" sz="2400" dirty="0"/>
              <a:t> values/expressions are combined with a </a:t>
            </a:r>
            <a:r>
              <a:rPr lang="en-US" altLang="zh-CN" sz="2400" b="1" u="sng" dirty="0"/>
              <a:t>logical or (||)</a:t>
            </a:r>
            <a:r>
              <a:rPr lang="en-US" altLang="zh-CN" sz="2400" dirty="0"/>
              <a:t> and the first expression is true, then the second expression won’t be executed, since only one needs to be true for the result to be true</a:t>
            </a:r>
            <a:r>
              <a:rPr lang="en-US" altLang="zh-CN" sz="2400" dirty="0" smtClean="0"/>
              <a:t>.</a:t>
            </a:r>
            <a:endParaRPr lang="en-US" altLang="zh-CN" sz="2400" dirty="0" smtClean="0"/>
          </a:p>
          <a:p>
            <a:pPr algn="just">
              <a:buFont typeface="Wingdings" panose="05000000000000000000" pitchFamily="2" charset="2"/>
              <a:buChar char="Ø"/>
            </a:pPr>
            <a:r>
              <a:rPr lang="en-US" altLang="zh-CN" sz="2400" dirty="0"/>
              <a:t>If two </a:t>
            </a:r>
            <a:r>
              <a:rPr lang="en-US" altLang="zh-CN" sz="2400" dirty="0" err="1"/>
              <a:t>boolean</a:t>
            </a:r>
            <a:r>
              <a:rPr lang="en-US" altLang="zh-CN" sz="2400" dirty="0"/>
              <a:t> values/expressions are combined with a </a:t>
            </a:r>
            <a:r>
              <a:rPr lang="en-US" altLang="zh-CN" sz="2400" b="1" u="sng" dirty="0"/>
              <a:t>logical and (&amp;&amp;)</a:t>
            </a:r>
            <a:r>
              <a:rPr lang="en-US" altLang="zh-CN" sz="2400" dirty="0"/>
              <a:t> and the first expression is false, then the second expression won’t be executed. If the first expression is false, the result will be false, since both sides of the &amp;&amp; need to be true for the result to be true.</a:t>
            </a: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i="1" u="sng" dirty="0" smtClean="0">
                <a:effectLst>
                  <a:outerShdw blurRad="38100" dist="38100" dir="2700000" algn="tl">
                    <a:srgbClr val="000000">
                      <a:alpha val="43137"/>
                    </a:srgbClr>
                  </a:outerShdw>
                </a:effectLst>
              </a:rPr>
              <a:t>QUIZ </a:t>
            </a:r>
            <a:r>
              <a:rPr lang="en-US" altLang="zh-CN" sz="2400" b="1" dirty="0" smtClean="0">
                <a:effectLst>
                  <a:outerShdw blurRad="38100" dist="38100" dir="2700000" algn="tl">
                    <a:srgbClr val="000000">
                      <a:alpha val="43137"/>
                    </a:srgbClr>
                  </a:outerShdw>
                </a:effectLst>
              </a:rPr>
              <a:t>:</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B</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399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122629"/>
            <a:ext cx="11658600" cy="398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i="1" u="sng" dirty="0" smtClean="0">
                <a:effectLst>
                  <a:outerShdw blurRad="38100" dist="38100" dir="2700000" algn="tl">
                    <a:srgbClr val="000000">
                      <a:alpha val="43137"/>
                    </a:srgbClr>
                  </a:outerShdw>
                </a:effectLst>
              </a:rPr>
              <a:t>QUIZ </a:t>
            </a:r>
            <a:r>
              <a:rPr lang="en-US" altLang="zh-CN" sz="2400" b="1" dirty="0" smtClean="0">
                <a:effectLst>
                  <a:outerShdw blurRad="38100" dist="38100" dir="2700000" algn="tl">
                    <a:srgbClr val="000000">
                      <a:alpha val="43137"/>
                    </a:srgbClr>
                  </a:outerShdw>
                </a:effectLst>
              </a:rPr>
              <a:t>:</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A</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09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 y="1066800"/>
            <a:ext cx="1238250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3.5 Compound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i="1" u="sng" dirty="0" smtClean="0">
                <a:effectLst>
                  <a:outerShdw blurRad="38100" dist="38100" dir="2700000" algn="tl">
                    <a:srgbClr val="000000">
                      <a:alpha val="43137"/>
                    </a:srgbClr>
                  </a:outerShdw>
                </a:effectLst>
              </a:rPr>
              <a:t>QUIZ </a:t>
            </a:r>
            <a:r>
              <a:rPr lang="en-US" altLang="zh-CN" sz="2400" b="1" dirty="0" smtClean="0">
                <a:effectLst>
                  <a:outerShdw blurRad="38100" dist="38100" dir="2700000" algn="tl">
                    <a:srgbClr val="000000">
                      <a:alpha val="43137"/>
                    </a:srgbClr>
                  </a:outerShdw>
                </a:effectLst>
              </a:rPr>
              <a:t>:</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r>
              <a:rPr lang="en-US" altLang="zh-CN" sz="2400" b="1" dirty="0" err="1" smtClean="0">
                <a:effectLst>
                  <a:outerShdw blurRad="38100" dist="38100" dir="2700000" algn="tl">
                    <a:srgbClr val="000000">
                      <a:alpha val="43137"/>
                    </a:srgbClr>
                  </a:outerShdw>
                </a:effectLst>
              </a:rPr>
              <a:t>Ans</a:t>
            </a:r>
            <a:r>
              <a:rPr lang="en-US" altLang="zh-CN" sz="2400" b="1" dirty="0" smtClean="0">
                <a:effectLst>
                  <a:outerShdw blurRad="38100" dist="38100" dir="2700000" algn="tl">
                    <a:srgbClr val="000000">
                      <a:alpha val="43137"/>
                    </a:srgbClr>
                  </a:outerShdw>
                </a:effectLst>
                <a:sym typeface="Wingdings" panose="05000000000000000000" pitchFamily="2" charset="2"/>
              </a:rPr>
              <a:t> A</a:t>
            </a: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09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 y="1066800"/>
            <a:ext cx="1238250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marL="0" indent="0" algn="just">
              <a:buNone/>
            </a:pPr>
            <a:r>
              <a:rPr lang="en-US" altLang="zh-CN" sz="2400" b="1" u="sng" dirty="0" smtClean="0">
                <a:effectLst>
                  <a:outerShdw blurRad="38100" dist="38100" dir="2700000" algn="tl">
                    <a:srgbClr val="000000">
                      <a:alpha val="43137"/>
                    </a:srgbClr>
                  </a:outerShdw>
                </a:effectLst>
              </a:rPr>
              <a:t>De Morgan’s Laws</a:t>
            </a:r>
            <a:r>
              <a:rPr lang="en-US" altLang="zh-CN" sz="2400" b="1" dirty="0" smtClean="0">
                <a:effectLst>
                  <a:outerShdw blurRad="38100" dist="38100" dir="2700000" algn="tl">
                    <a:srgbClr val="000000">
                      <a:alpha val="43137"/>
                    </a:srgbClr>
                  </a:outerShdw>
                </a:effectLst>
              </a:rPr>
              <a:t>:</a:t>
            </a: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n"/>
            </a:pPr>
            <a:r>
              <a:rPr lang="en-US" altLang="zh-CN" sz="2400" dirty="0" smtClean="0"/>
              <a:t>An easy  way to remember De Morgan’s Law :</a:t>
            </a:r>
            <a:endParaRPr lang="en-US" altLang="zh-CN" sz="2400" dirty="0" smtClean="0"/>
          </a:p>
          <a:p>
            <a:pPr algn="just">
              <a:buFont typeface="Wingdings" panose="05000000000000000000" pitchFamily="2" charset="2"/>
              <a:buChar char="n"/>
            </a:pPr>
            <a:r>
              <a:rPr lang="en-US" altLang="zh-CN" sz="2400" b="1" i="1" dirty="0" smtClean="0">
                <a:solidFill>
                  <a:srgbClr val="00B0F0"/>
                </a:solidFill>
              </a:rPr>
              <a:t>Move the NOT inside , AND becomes OR.  </a:t>
            </a:r>
            <a:endParaRPr lang="en-US" altLang="zh-CN" sz="2400" b="1" i="1" dirty="0" smtClean="0">
              <a:solidFill>
                <a:srgbClr val="00B0F0"/>
              </a:solidFill>
            </a:endParaRPr>
          </a:p>
          <a:p>
            <a:pPr marL="0" indent="0" algn="just">
              <a:buNone/>
            </a:pPr>
            <a:r>
              <a:rPr lang="en-US" altLang="zh-CN" sz="2400" b="1" i="1" dirty="0" smtClean="0">
                <a:solidFill>
                  <a:srgbClr val="00B0F0"/>
                </a:solidFill>
              </a:rPr>
              <a:t>             </a:t>
            </a:r>
            <a:endParaRPr lang="en-US" altLang="zh-CN" sz="2400" b="1" i="1" dirty="0" smtClean="0">
              <a:solidFill>
                <a:srgbClr val="00B0F0"/>
              </a:solidFill>
            </a:endParaRPr>
          </a:p>
          <a:p>
            <a:pPr algn="just">
              <a:buFont typeface="Wingdings" panose="05000000000000000000" pitchFamily="2" charset="2"/>
              <a:buChar char="n"/>
            </a:pPr>
            <a:r>
              <a:rPr lang="en-US" altLang="zh-CN" sz="2400" b="1" i="1" dirty="0" smtClean="0">
                <a:solidFill>
                  <a:srgbClr val="00B0F0"/>
                </a:solidFill>
              </a:rPr>
              <a:t>Move the NOT Inside, OR becomes AND.</a:t>
            </a:r>
            <a:endParaRPr lang="en-US" altLang="zh-CN" sz="2400" b="1" i="1" dirty="0" smtClean="0">
              <a:solidFill>
                <a:srgbClr val="00B0F0"/>
              </a:solidFill>
            </a:endParaRPr>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b="1" i="1" dirty="0" smtClean="0">
              <a:solidFill>
                <a:srgbClr val="00B0F0"/>
              </a:solidFill>
            </a:endParaRPr>
          </a:p>
          <a:p>
            <a:pPr algn="just">
              <a:buFont typeface="Wingdings" panose="05000000000000000000" pitchFamily="2" charset="2"/>
              <a:buChar char="n"/>
            </a:pPr>
            <a:r>
              <a:rPr lang="en-US" altLang="zh-CN" sz="2400" dirty="0" smtClean="0"/>
              <a:t>In Java , De Morgan’s Laws are written with the following operators:</a:t>
            </a:r>
            <a:endParaRPr lang="en-US" altLang="zh-CN" sz="2400" dirty="0" smtClean="0"/>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1986"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6324600" y="1600200"/>
            <a:ext cx="5715000" cy="1135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419600"/>
            <a:ext cx="58293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dirty="0" smtClean="0"/>
              <a:t>You can also simplify negated expressions that have relational operators like &lt; , &gt; , ==.</a:t>
            </a:r>
            <a:endParaRPr lang="en-US" altLang="zh-CN" sz="2400" dirty="0" smtClean="0"/>
          </a:p>
          <a:p>
            <a:pPr algn="just">
              <a:buFont typeface="Wingdings" panose="05000000000000000000" pitchFamily="2" charset="2"/>
              <a:buChar char="n"/>
            </a:pPr>
            <a:r>
              <a:rPr lang="en-US" altLang="zh-CN" sz="2400" b="1" i="1" dirty="0">
                <a:solidFill>
                  <a:srgbClr val="00B0F0"/>
                </a:solidFill>
              </a:rPr>
              <a:t>Move the NOT , flip the sign.</a:t>
            </a: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3010"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4181475" y="1524000"/>
            <a:ext cx="44386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Truth Tables</a:t>
            </a:r>
            <a:r>
              <a:rPr lang="en-US" altLang="zh-CN" sz="2400" dirty="0" smtClean="0"/>
              <a:t>:</a:t>
            </a: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4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4049" y="1676400"/>
            <a:ext cx="94678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Simplifying Boolean Expressions </a:t>
            </a:r>
            <a:r>
              <a:rPr lang="en-US" altLang="zh-CN" sz="2400" dirty="0" smtClean="0"/>
              <a:t>:</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5058" name="Picture 2"/>
          <p:cNvPicPr>
            <a:picLocks noChangeAspect="1" noChangeArrowheads="1"/>
          </p:cNvPicPr>
          <p:nvPr/>
        </p:nvPicPr>
        <p:blipFill>
          <a:blip r:embed="rId1">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2206787" y="1524000"/>
            <a:ext cx="8308813"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Predict the Output</a:t>
            </a:r>
            <a:r>
              <a:rPr lang="en-US" altLang="zh-CN" sz="2400" dirty="0" smtClean="0"/>
              <a:t>:</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19200"/>
            <a:ext cx="73152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3038475"/>
            <a:ext cx="24384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B</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7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05200" y="1066800"/>
            <a:ext cx="8915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A</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81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00400" y="838200"/>
            <a:ext cx="9296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C</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491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1143000"/>
            <a:ext cx="100203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D</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01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914400"/>
            <a:ext cx="1025842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A</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12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1066800"/>
            <a:ext cx="10287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D</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22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1066800"/>
            <a:ext cx="96012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r>
              <a:rPr lang="en-US" altLang="zh-CN" sz="2400" dirty="0" smtClean="0"/>
              <a:t>:</a:t>
            </a:r>
            <a:endParaRPr lang="en-US" altLang="zh-CN" sz="2400" dirty="0" smtClean="0"/>
          </a:p>
          <a:p>
            <a:pPr algn="just">
              <a:buFont typeface="Wingdings" panose="05000000000000000000" pitchFamily="2" charset="2"/>
              <a:buChar char="n"/>
            </a:pPr>
            <a:r>
              <a:rPr lang="en-US" altLang="zh-CN" sz="2400" dirty="0" err="1" smtClean="0"/>
              <a:t>Ans</a:t>
            </a:r>
            <a:r>
              <a:rPr lang="en-US" altLang="zh-CN" sz="2400" dirty="0" err="1" smtClean="0">
                <a:sym typeface="Wingdings" panose="05000000000000000000" pitchFamily="2" charset="2"/>
              </a:rPr>
              <a:t>B</a:t>
            </a: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32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1143000"/>
            <a:ext cx="960120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114800"/>
            <a:ext cx="12039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3.6 Equivalent Boolean Expressions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Home Work</a:t>
            </a:r>
            <a:r>
              <a:rPr lang="en-US" altLang="zh-CN" sz="2400" dirty="0" smtClean="0"/>
              <a:t>: </a:t>
            </a:r>
            <a:r>
              <a:rPr lang="en-US" altLang="zh-CN" sz="2400" b="1" u="sng" dirty="0">
                <a:effectLst>
                  <a:outerShdw blurRad="38100" dist="38100" dir="2700000" algn="tl">
                    <a:srgbClr val="000000">
                      <a:alpha val="43137"/>
                    </a:srgbClr>
                  </a:outerShdw>
                </a:effectLst>
              </a:rPr>
              <a:t>Complete the below code to check the three expressions</a:t>
            </a:r>
            <a:endParaRPr lang="en-US" altLang="zh-CN" sz="2400" b="1" u="sng" dirty="0">
              <a:effectLst>
                <a:outerShdw blurRad="38100" dist="38100" dir="2700000" algn="tl">
                  <a:srgbClr val="000000">
                    <a:alpha val="43137"/>
                  </a:srgbClr>
                </a:outerShdw>
              </a:effectLst>
            </a:endParaRPr>
          </a:p>
          <a:p>
            <a:pPr algn="just">
              <a:buFont typeface="Wingdings" panose="05000000000000000000" pitchFamily="2" charset="2"/>
              <a:buChar char="n"/>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42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143001"/>
            <a:ext cx="115252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07" y="2438400"/>
            <a:ext cx="1150714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String Equality:</a:t>
            </a:r>
            <a:endParaRPr lang="en-US" altLang="zh-CN" sz="2400" b="1" u="sng" dirty="0" smtClean="0">
              <a:effectLst>
                <a:outerShdw blurRad="38100" dist="38100" dir="2700000" algn="tl">
                  <a:srgbClr val="000000">
                    <a:alpha val="43137"/>
                  </a:srgbClr>
                </a:outerShdw>
              </a:effectLst>
            </a:endParaRPr>
          </a:p>
          <a:p>
            <a:pPr algn="just">
              <a:buFont typeface="Wingdings" panose="05000000000000000000" pitchFamily="2" charset="2"/>
              <a:buChar char="n"/>
            </a:pPr>
            <a:r>
              <a:rPr lang="en-US" altLang="zh-CN" sz="2400" dirty="0" smtClean="0"/>
              <a:t>The </a:t>
            </a:r>
            <a:r>
              <a:rPr lang="en-US" altLang="zh-CN" sz="2400" b="1" u="sng" dirty="0" smtClean="0">
                <a:effectLst>
                  <a:outerShdw blurRad="38100" dist="38100" dir="2700000" algn="tl">
                    <a:srgbClr val="000000">
                      <a:alpha val="43137"/>
                    </a:srgbClr>
                  </a:outerShdw>
                </a:effectLst>
              </a:rPr>
              <a:t>equals()</a:t>
            </a:r>
            <a:r>
              <a:rPr lang="en-US" altLang="zh-CN" sz="2400" dirty="0" smtClean="0"/>
              <a:t> method for Strings compares two strings letter by letter, </a:t>
            </a:r>
            <a:r>
              <a:rPr lang="en-US" altLang="zh-CN" sz="2400" b="1" u="sng" dirty="0" smtClean="0">
                <a:effectLst>
                  <a:outerShdw blurRad="38100" dist="38100" dir="2700000" algn="tl">
                    <a:srgbClr val="000000">
                      <a:alpha val="43137"/>
                    </a:srgbClr>
                  </a:outerShdw>
                </a:effectLst>
              </a:rPr>
              <a:t>it compares values</a:t>
            </a:r>
            <a:r>
              <a:rPr lang="en-US" altLang="zh-CN" sz="2400" dirty="0" smtClean="0"/>
              <a:t> .</a:t>
            </a:r>
            <a:endParaRPr lang="en-US" altLang="zh-CN" sz="2400" dirty="0" smtClean="0"/>
          </a:p>
          <a:p>
            <a:pPr algn="just">
              <a:buFont typeface="Wingdings" panose="05000000000000000000" pitchFamily="2" charset="2"/>
              <a:buChar char="n"/>
            </a:pPr>
            <a:r>
              <a:rPr lang="en-US" altLang="zh-CN" sz="2400" dirty="0"/>
              <a:t>s</a:t>
            </a:r>
            <a:r>
              <a:rPr lang="en-US" altLang="zh-CN" sz="2400" dirty="0" smtClean="0"/>
              <a:t>1.equals(s2)  is true if both s1 and s2 holds similar values.</a:t>
            </a:r>
            <a:endParaRPr lang="en-US" altLang="zh-CN" sz="2400" dirty="0" smtClean="0"/>
          </a:p>
          <a:p>
            <a:pPr algn="just">
              <a:buFont typeface="Wingdings" panose="05000000000000000000" pitchFamily="2" charset="2"/>
              <a:buChar char="n"/>
            </a:pPr>
            <a:endParaRPr lang="en-US" altLang="zh-CN" sz="2400" dirty="0"/>
          </a:p>
          <a:p>
            <a:pPr algn="just">
              <a:buFont typeface="Wingdings" panose="05000000000000000000" pitchFamily="2" charset="2"/>
              <a:buChar char="n"/>
            </a:pPr>
            <a:r>
              <a:rPr lang="en-US" altLang="zh-CN" sz="2400" dirty="0" smtClean="0"/>
              <a:t>The</a:t>
            </a:r>
            <a:r>
              <a:rPr lang="en-US" altLang="zh-CN" sz="2400" b="1" u="sng" dirty="0" smtClean="0">
                <a:effectLst>
                  <a:outerShdw blurRad="38100" dist="38100" dir="2700000" algn="tl">
                    <a:srgbClr val="000000">
                      <a:alpha val="43137"/>
                    </a:srgbClr>
                  </a:outerShdw>
                </a:effectLst>
              </a:rPr>
              <a:t> == </a:t>
            </a:r>
            <a:r>
              <a:rPr lang="en-US" altLang="zh-CN" sz="2400" dirty="0" smtClean="0"/>
              <a:t>is used to compare object variables, it returns true when the two variables refers to  the same object or have same address.</a:t>
            </a:r>
            <a:endParaRPr lang="en-US" altLang="zh-CN" sz="2400" dirty="0" smtClean="0"/>
          </a:p>
          <a:p>
            <a:pPr algn="just">
              <a:buFont typeface="Wingdings" panose="05000000000000000000" pitchFamily="2" charset="2"/>
              <a:buChar char="n"/>
            </a:pPr>
            <a:endParaRPr lang="en-US" altLang="zh-CN" sz="2400" dirty="0"/>
          </a:p>
          <a:p>
            <a:pPr algn="just">
              <a:buFont typeface="Wingdings" panose="05000000000000000000" pitchFamily="2" charset="2"/>
              <a:buChar char="n"/>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52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96200" y="3200400"/>
            <a:ext cx="5029200"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Predict the output of the below code:</a:t>
            </a:r>
            <a:endParaRPr lang="en-US" altLang="zh-CN" sz="2400" b="1" u="sng" dirty="0" smtClean="0">
              <a:effectLst>
                <a:outerShdw blurRad="38100" dist="38100" dir="2700000" algn="tl">
                  <a:srgbClr val="000000">
                    <a:alpha val="43137"/>
                  </a:srgbClr>
                </a:outerShdw>
              </a:effectLst>
            </a:endParaRPr>
          </a:p>
          <a:p>
            <a:pPr algn="just">
              <a:buFont typeface="Wingdings" panose="05000000000000000000" pitchFamily="2" charset="2"/>
              <a:buChar char="n"/>
            </a:pPr>
            <a:endParaRPr lang="en-US" altLang="zh-CN" sz="2400" dirty="0"/>
          </a:p>
          <a:p>
            <a:pPr algn="just">
              <a:buFont typeface="Wingdings" panose="05000000000000000000" pitchFamily="2" charset="2"/>
              <a:buChar char="n"/>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63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731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3231238"/>
            <a:ext cx="2181225"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498522">
            <a:off x="-70518" y="2555292"/>
            <a:ext cx="12553874"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6326"/>
                                        </p:tgtEl>
                                        <p:attrNameLst>
                                          <p:attrName>style.visibility</p:attrName>
                                        </p:attrNameLst>
                                      </p:cBhvr>
                                      <p:to>
                                        <p:strVal val="visible"/>
                                      </p:to>
                                    </p:set>
                                    <p:animEffect transition="in" filter="wheel(1)">
                                      <p:cBhvr>
                                        <p:cTn id="11" dur="2000"/>
                                        <p:tgtEl>
                                          <p:spTgt spid="56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endParaRPr lang="en-US" altLang="zh-CN" sz="2400" b="1" u="sng" dirty="0" smtClean="0">
              <a:effectLst>
                <a:outerShdw blurRad="38100" dist="38100" dir="2700000" algn="tl">
                  <a:srgbClr val="000000">
                    <a:alpha val="43137"/>
                  </a:srgbClr>
                </a:outerShdw>
              </a:effectLst>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rPr>
              <a:t>Ans</a:t>
            </a:r>
            <a:r>
              <a:rPr lang="en-US" altLang="zh-CN" sz="2400" b="1" u="sng" dirty="0" err="1" smtClean="0">
                <a:effectLst>
                  <a:outerShdw blurRad="38100" dist="38100" dir="2700000" algn="tl">
                    <a:srgbClr val="000000">
                      <a:alpha val="43137"/>
                    </a:srgbClr>
                  </a:outerShdw>
                </a:effectLst>
                <a:sym typeface="Wingdings" panose="05000000000000000000" pitchFamily="2" charset="2"/>
              </a:rPr>
              <a:t>B</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73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990600"/>
            <a:ext cx="10439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5334000"/>
            <a:ext cx="84963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endParaRPr lang="en-US" altLang="zh-CN" sz="2400" b="1" u="sng" dirty="0" smtClean="0">
              <a:effectLst>
                <a:outerShdw blurRad="38100" dist="38100" dir="2700000" algn="tl">
                  <a:srgbClr val="000000">
                    <a:alpha val="43137"/>
                  </a:srgbClr>
                </a:outerShdw>
              </a:effectLst>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rPr>
              <a:t>Ans</a:t>
            </a:r>
            <a:r>
              <a:rPr lang="en-US" altLang="zh-CN" sz="2400" b="1" u="sng" dirty="0" err="1" smtClean="0">
                <a:effectLst>
                  <a:outerShdw blurRad="38100" dist="38100" dir="2700000" algn="tl">
                    <a:srgbClr val="000000">
                      <a:alpha val="43137"/>
                    </a:srgbClr>
                  </a:outerShdw>
                </a:effectLst>
                <a:sym typeface="Wingdings" panose="05000000000000000000" pitchFamily="2" charset="2"/>
              </a:rPr>
              <a:t>C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83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990600"/>
            <a:ext cx="103632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rPr>
              <a:t>QUIZ:</a:t>
            </a:r>
            <a:endParaRPr lang="en-US" altLang="zh-CN" sz="2400" b="1" u="sng" dirty="0" smtClean="0">
              <a:effectLst>
                <a:outerShdw blurRad="38100" dist="38100" dir="2700000" algn="tl">
                  <a:srgbClr val="000000">
                    <a:alpha val="43137"/>
                  </a:srgbClr>
                </a:outerShdw>
              </a:effectLst>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rPr>
              <a:t>Ans</a:t>
            </a:r>
            <a:r>
              <a:rPr lang="en-US" altLang="zh-CN" sz="2400" b="1" u="sng" dirty="0" err="1" smtClean="0">
                <a:effectLst>
                  <a:outerShdw blurRad="38100" dist="38100" dir="2700000" algn="tl">
                    <a:srgbClr val="000000">
                      <a:alpha val="43137"/>
                    </a:srgbClr>
                  </a:outerShdw>
                </a:effectLst>
                <a:sym typeface="Wingdings" panose="05000000000000000000" pitchFamily="2" charset="2"/>
              </a:rPr>
              <a:t>C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593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1066800"/>
            <a:ext cx="10801350"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925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Comparing with Null values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dirty="0" smtClean="0">
                <a:sym typeface="Wingdings" panose="05000000000000000000" pitchFamily="2" charset="2"/>
              </a:rPr>
              <a:t>One common place to use == or != with objects is to compare them to null to see if they really exist.</a:t>
            </a: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04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7650" y="1447800"/>
            <a:ext cx="1042035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648200"/>
            <a:ext cx="58102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lnSpcReduction="1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Null </a:t>
            </a:r>
            <a:r>
              <a:rPr lang="en-US" altLang="zh-CN" sz="2400" b="1" u="sng" smtClean="0">
                <a:effectLst>
                  <a:outerShdw blurRad="38100" dist="38100" dir="2700000" algn="tl">
                    <a:srgbClr val="000000">
                      <a:alpha val="43137"/>
                    </a:srgbClr>
                  </a:outerShdw>
                </a:effectLst>
                <a:sym typeface="Wingdings" panose="05000000000000000000" pitchFamily="2" charset="2"/>
              </a:rPr>
              <a:t>Pointer Exception:</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14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19200"/>
            <a:ext cx="721042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5258" y="4953000"/>
            <a:ext cx="9725025"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92500" lnSpcReduction="1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Corrected Program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24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19200"/>
            <a:ext cx="100774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114800"/>
            <a:ext cx="645795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3.7 Comparing Objects</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92500" lnSpcReduction="1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Write the below code and write down the output of the code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34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143000"/>
            <a:ext cx="8305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Quiz1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45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4200" y="990600"/>
            <a:ext cx="9568707" cy="515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Quiz2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B</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55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371600"/>
            <a:ext cx="10325100"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Quiz1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B</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Quiz3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D</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65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3625" y="1028700"/>
            <a:ext cx="103155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Quiz4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75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90775" y="1143000"/>
            <a:ext cx="10334625"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5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953000"/>
            <a:ext cx="10287000"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Quiz5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A</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86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1" y="990600"/>
            <a:ext cx="97536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Quiz6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696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990600"/>
            <a:ext cx="10277475"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Quiz7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A</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706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990600"/>
            <a:ext cx="1031557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Quiz8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A</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716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609600"/>
            <a:ext cx="101060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828800"/>
            <a:ext cx="4429125"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828800"/>
            <a:ext cx="419100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Quiz9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C</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727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685800"/>
            <a:ext cx="1082992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495800"/>
            <a:ext cx="10248900"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Quiz10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D</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737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4201" y="609600"/>
            <a:ext cx="9601200" cy="536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11521440" cy="429470"/>
          </a:xfrm>
          <a:solidFill>
            <a:schemeClr val="tx1">
              <a:lumMod val="95000"/>
              <a:lumOff val="5000"/>
            </a:schemeClr>
          </a:solidFill>
        </p:spPr>
        <p:txBody>
          <a:bodyPr vert="horz" lIns="91432" tIns="45716" rIns="91432" bIns="45716" rtlCol="0" anchor="ctr">
            <a:noAutofit/>
            <a:scene3d>
              <a:camera prst="orthographicFront"/>
              <a:lightRig rig="soft" dir="tl">
                <a:rot lat="0" lon="0" rev="0"/>
              </a:lightRig>
            </a:scene3d>
            <a:sp3d contourW="8890">
              <a:contourClr>
                <a:schemeClr val="accent3">
                  <a:shade val="55000"/>
                </a:schemeClr>
              </a:contourClr>
            </a:sp3d>
          </a:bodyPr>
          <a:lstStyle/>
          <a:p>
            <a:r>
              <a:rPr lang="en-US" altLang="zh-CN" sz="2800" dirty="0" smtClean="0">
                <a:solidFill>
                  <a:schemeClr val="bg1"/>
                </a:solidFill>
                <a:effectLst>
                  <a:outerShdw blurRad="38100" dist="38100" dir="2700000" algn="tl">
                    <a:srgbClr val="000000">
                      <a:alpha val="43137"/>
                    </a:srgbClr>
                  </a:outerShdw>
                </a:effectLst>
              </a:rPr>
              <a:t>Multiple Choice Question Practice</a:t>
            </a:r>
            <a:endParaRPr lang="zh-CN" altLang="en-US" sz="2800" dirty="0">
              <a:solidFill>
                <a:schemeClr val="bg1"/>
              </a:solidFill>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altLang="zh-CN" dirty="0" smtClean="0">
                <a:solidFill>
                  <a:schemeClr val="tx1">
                    <a:lumMod val="95000"/>
                    <a:lumOff val="5000"/>
                  </a:schemeClr>
                </a:solidFill>
              </a:rPr>
              <a:t>Akash S. Pathak</a:t>
            </a:r>
            <a:endParaRPr lang="zh-CN" altLang="en-US"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r>
              <a:rPr lang="en-US" altLang="zh-CN" dirty="0" smtClean="0">
                <a:solidFill>
                  <a:schemeClr val="tx1"/>
                </a:solidFill>
              </a:rPr>
              <a:t>H14Z </a:t>
            </a:r>
            <a:fld id="{5D617C44-B3AA-4DFF-AD16-AF5172FF7244}" type="slidenum">
              <a:rPr lang="zh-CN" altLang="en-US" smtClean="0">
                <a:solidFill>
                  <a:schemeClr val="tx1"/>
                </a:solidFill>
              </a:rPr>
            </a:fld>
            <a:endParaRPr lang="zh-CN" altLang="en-US" dirty="0">
              <a:solidFill>
                <a:schemeClr val="tx1"/>
              </a:solidFill>
            </a:endParaRPr>
          </a:p>
        </p:txBody>
      </p:sp>
      <p:sp>
        <p:nvSpPr>
          <p:cNvPr id="6" name="Content Placeholder 2"/>
          <p:cNvSpPr>
            <a:spLocks noGrp="1"/>
          </p:cNvSpPr>
          <p:nvPr>
            <p:ph idx="1"/>
          </p:nvPr>
        </p:nvSpPr>
        <p:spPr>
          <a:xfrm>
            <a:off x="152400" y="609600"/>
            <a:ext cx="12573000" cy="5562601"/>
          </a:xfrm>
        </p:spPr>
        <p:txBody>
          <a:bodyPr>
            <a:normAutofit fontScale="85000" lnSpcReduction="20000"/>
          </a:bodyPr>
          <a:lstStyle/>
          <a:p>
            <a:pPr algn="just">
              <a:buFont typeface="Wingdings" panose="05000000000000000000" pitchFamily="2" charset="2"/>
              <a:buChar char="n"/>
            </a:pPr>
            <a:r>
              <a:rPr lang="en-US" altLang="zh-CN" sz="2400" b="1" u="sng" dirty="0" smtClean="0">
                <a:effectLst>
                  <a:outerShdw blurRad="38100" dist="38100" dir="2700000" algn="tl">
                    <a:srgbClr val="000000">
                      <a:alpha val="43137"/>
                    </a:srgbClr>
                  </a:outerShdw>
                </a:effectLst>
                <a:sym typeface="Wingdings" panose="05000000000000000000" pitchFamily="2" charset="2"/>
              </a:rPr>
              <a:t>Quiz11 :</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r>
              <a:rPr lang="en-US" altLang="zh-CN" sz="2400" b="1" u="sng" dirty="0" err="1" smtClean="0">
                <a:effectLst>
                  <a:outerShdw blurRad="38100" dist="38100" dir="2700000" algn="tl">
                    <a:srgbClr val="000000">
                      <a:alpha val="43137"/>
                    </a:srgbClr>
                  </a:outerShdw>
                </a:effectLst>
                <a:sym typeface="Wingdings" panose="05000000000000000000" pitchFamily="2" charset="2"/>
              </a:rPr>
              <a:t>Ans</a:t>
            </a:r>
            <a:r>
              <a:rPr lang="en-US" altLang="zh-CN" sz="2400" b="1" u="sng" dirty="0" smtClean="0">
                <a:effectLst>
                  <a:outerShdw blurRad="38100" dist="38100" dir="2700000" algn="tl">
                    <a:srgbClr val="000000">
                      <a:alpha val="43137"/>
                    </a:srgbClr>
                  </a:outerShdw>
                </a:effectLst>
                <a:sym typeface="Wingdings" panose="05000000000000000000" pitchFamily="2" charset="2"/>
              </a:rPr>
              <a:t> B</a:t>
            </a: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dirty="0" smtClean="0">
              <a:sym typeface="Wingdings" panose="05000000000000000000" pitchFamily="2" charset="2"/>
            </a:endParaRPr>
          </a:p>
          <a:p>
            <a:pPr algn="just">
              <a:buFont typeface="Wingdings" panose="05000000000000000000" pitchFamily="2" charset="2"/>
              <a:buChar char="n"/>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smtClean="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b="1" u="sng" dirty="0">
              <a:effectLst>
                <a:outerShdw blurRad="38100" dist="38100" dir="2700000" algn="tl">
                  <a:srgbClr val="000000">
                    <a:alpha val="43137"/>
                  </a:srgbClr>
                </a:outerShdw>
              </a:effectLst>
              <a:sym typeface="Wingdings" panose="05000000000000000000" pitchFamily="2" charset="2"/>
            </a:endParaRPr>
          </a:p>
          <a:p>
            <a:pPr marL="0" indent="0" algn="just">
              <a:buNone/>
            </a:pPr>
            <a:endParaRPr lang="en-US" altLang="zh-CN" sz="2400" dirty="0" smtClean="0"/>
          </a:p>
          <a:p>
            <a:pPr marL="0" indent="0" algn="just">
              <a:buNone/>
            </a:pPr>
            <a:r>
              <a:rPr lang="en-US" altLang="zh-CN" sz="2400" dirty="0" smtClean="0">
                <a:sym typeface="Wingdings" panose="05000000000000000000" pitchFamily="2" charset="2"/>
              </a:rPr>
              <a:t> </a:t>
            </a: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dirty="0" smtClean="0"/>
          </a:p>
          <a:p>
            <a:pPr algn="just">
              <a:buFont typeface="Wingdings" panose="05000000000000000000" pitchFamily="2" charset="2"/>
              <a:buChar char="n"/>
            </a:pPr>
            <a:endParaRPr lang="en-US" altLang="zh-CN" sz="2400" b="1" i="1" dirty="0">
              <a:solidFill>
                <a:srgbClr val="00B0F0"/>
              </a:solidFill>
            </a:endParaRPr>
          </a:p>
          <a:p>
            <a:pPr algn="just">
              <a:buFont typeface="Wingdings" panose="05000000000000000000" pitchFamily="2" charset="2"/>
              <a:buChar char="n"/>
            </a:pPr>
            <a:endParaRPr lang="en-US" altLang="zh-CN" sz="2400" dirty="0" smtClean="0"/>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marL="0" indent="0" algn="just">
              <a:buNone/>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endParaRPr>
          </a:p>
          <a:p>
            <a:pPr algn="just">
              <a:buFont typeface="Wingdings" panose="05000000000000000000" pitchFamily="2" charset="2"/>
              <a:buChar char="Ø"/>
            </a:pPr>
            <a:endParaRPr lang="en-US" altLang="zh-CN" sz="2400" b="1" dirty="0" smtClean="0">
              <a:effectLst>
                <a:outerShdw blurRad="38100" dist="38100" dir="2700000" algn="tl">
                  <a:srgbClr val="000000">
                    <a:alpha val="43137"/>
                  </a:srgbClr>
                </a:outerShdw>
              </a:effectLst>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marL="0" indent="0" algn="just">
              <a:buNone/>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a:p>
            <a:pPr algn="just">
              <a:buFont typeface="Wingdings" panose="05000000000000000000" pitchFamily="2" charset="2"/>
              <a:buChar char="Ø"/>
            </a:pPr>
            <a:endParaRPr lang="en-US" altLang="zh-CN" sz="2400" b="1" u="sng" dirty="0" smtClean="0">
              <a:latin typeface="Georgia" pitchFamily="18" charset="0"/>
              <a:cs typeface="Times New Roman" panose="02020603050405020304" charset="0"/>
            </a:endParaRPr>
          </a:p>
        </p:txBody>
      </p:sp>
      <p:pic>
        <p:nvPicPr>
          <p:cNvPr id="747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685800"/>
            <a:ext cx="102870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lligraphy">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alligraphy">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lligraphy">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ppt/theme/themeOverride2.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docProps/app.xml><?xml version="1.0" encoding="utf-8"?>
<Properties xmlns="http://schemas.openxmlformats.org/officeDocument/2006/extended-properties" xmlns:vt="http://schemas.openxmlformats.org/officeDocument/2006/docPropsVTypes">
  <TotalTime>0</TotalTime>
  <Words>8894</Words>
  <Application>WPS 演示</Application>
  <PresentationFormat>Custom</PresentationFormat>
  <Paragraphs>1824</Paragraphs>
  <Slides>80</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80</vt:i4>
      </vt:variant>
    </vt:vector>
  </HeadingPairs>
  <TitlesOfParts>
    <vt:vector size="93" baseType="lpstr">
      <vt:lpstr>Arial</vt:lpstr>
      <vt:lpstr>宋体</vt:lpstr>
      <vt:lpstr>Wingdings</vt:lpstr>
      <vt:lpstr>Cambria</vt:lpstr>
      <vt:lpstr>Wingdings 2</vt:lpstr>
      <vt:lpstr>C059</vt:lpstr>
      <vt:lpstr>Calibri</vt:lpstr>
      <vt:lpstr>微软雅黑</vt:lpstr>
      <vt:lpstr>Arial</vt:lpstr>
      <vt:lpstr>Times New Roman</vt:lpstr>
      <vt:lpstr>Georgia</vt:lpstr>
      <vt:lpstr>Arial Unicode MS</vt:lpstr>
      <vt:lpstr>Calligraphy</vt:lpstr>
      <vt:lpstr>Computer Science A</vt:lpstr>
      <vt:lpstr>OBJECTIVE</vt:lpstr>
      <vt:lpstr>UNIT at a Glance</vt:lpstr>
      <vt:lpstr>UNIT at a Glance</vt:lpstr>
      <vt:lpstr>3.1 Boolean Expressions</vt:lpstr>
      <vt:lpstr>3.1 Boolean Expressions</vt:lpstr>
      <vt:lpstr>3.1 Boolean Expressions</vt:lpstr>
      <vt:lpstr>3.1 Boolean Expressions</vt:lpstr>
      <vt:lpstr>3.1 Boolean Expressions</vt:lpstr>
      <vt:lpstr>3.1 Boolean Expressions</vt:lpstr>
      <vt:lpstr>3.1 Boolean Expressions</vt:lpstr>
      <vt:lpstr>3.1 Boolean Expressions</vt:lpstr>
      <vt:lpstr>3.2 If Statements and control flow</vt:lpstr>
      <vt:lpstr>3.2 If Statements and control flow</vt:lpstr>
      <vt:lpstr>3.2 If Statements and control flow</vt:lpstr>
      <vt:lpstr>3.2 If Statements and control flow</vt:lpstr>
      <vt:lpstr>3.2 If Statements and control flow</vt:lpstr>
      <vt:lpstr>3.2 If Statements and control flow</vt:lpstr>
      <vt:lpstr>3.2 If Statements and control flow</vt:lpstr>
      <vt:lpstr>3.2 If Statements and control flow</vt:lpstr>
      <vt:lpstr>3.2 If Statements and control flow</vt:lpstr>
      <vt:lpstr>3.3 if-else statements</vt:lpstr>
      <vt:lpstr>3.3 if-else statements</vt:lpstr>
      <vt:lpstr>3.3 if-else statements</vt:lpstr>
      <vt:lpstr>3.3 if-else statements</vt:lpstr>
      <vt:lpstr>3.3 if-else statements</vt:lpstr>
      <vt:lpstr>3.4 else if statements</vt:lpstr>
      <vt:lpstr>3.4 else if statements</vt:lpstr>
      <vt:lpstr>3.4 else if statements</vt:lpstr>
      <vt:lpstr>3.4 else if statements</vt:lpstr>
      <vt:lpstr>3.4 else if statements</vt:lpstr>
      <vt:lpstr>3.4 else if statements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3.5 Compound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3.6 Equivalent Boolean Expressions</vt:lpstr>
      <vt:lpstr>3.7 Comparing Objects</vt:lpstr>
      <vt:lpstr>3.7 Comparing Objects</vt:lpstr>
      <vt:lpstr>3.7 Comparing Objects</vt:lpstr>
      <vt:lpstr>3.7 Comparing Objects</vt:lpstr>
      <vt:lpstr>3.7 Comparing Objects</vt:lpstr>
      <vt:lpstr>3.7 Comparing Objects</vt:lpstr>
      <vt:lpstr>3.7 Comparing Objects</vt:lpstr>
      <vt:lpstr>3.7 Comparing Objects</vt:lpstr>
      <vt:lpstr>3.7 Comparing Objects</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lpstr>Multiple Choice Question Practice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dc:title>
  <dc:creator>lenovo</dc:creator>
  <cp:lastModifiedBy>Akash</cp:lastModifiedBy>
  <cp:revision>1126</cp:revision>
  <dcterms:created xsi:type="dcterms:W3CDTF">2026-10-13T00:50:11Z</dcterms:created>
  <dcterms:modified xsi:type="dcterms:W3CDTF">2026-10-13T00:50:11Z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FFB88AD386100E029BF3ED68E3B08D8A_42</vt:lpwstr>
  </property>
  <property fmtid="{D5CDD505-2E9C-101B-9397-08002B2CF9AE}" pid="3" name="KSOProductBuildVer">
    <vt:lpwstr>2052-12.8.2.1119</vt:lpwstr>
  </property>
</Properties>
</file>